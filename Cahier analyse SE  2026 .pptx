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318" r:id="rId3"/>
    <p:sldId id="257" r:id="rId4"/>
    <p:sldId id="260" r:id="rId5"/>
    <p:sldId id="323" r:id="rId6"/>
    <p:sldId id="332" r:id="rId7"/>
    <p:sldId id="336" r:id="rId8"/>
    <p:sldId id="337" r:id="rId9"/>
    <p:sldId id="334" r:id="rId10"/>
    <p:sldId id="27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Style léger 3 - Accentuation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782"/>
    <p:restoredTop sz="95226" autoAdjust="0"/>
  </p:normalViewPr>
  <p:slideViewPr>
    <p:cSldViewPr snapToGrid="0">
      <p:cViewPr varScale="1">
        <p:scale>
          <a:sx n="75" d="100"/>
          <a:sy n="75" d="100"/>
        </p:scale>
        <p:origin x="43" y="2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45D65-A921-BD45-A74E-FDD6A94C7828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DA7C62-858D-9C4B-9AE8-88FCCBB4338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179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94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fr-CM" b="1" kern="100" dirty="0">
                <a:solidFill>
                  <a:srgbClr val="1F2937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Périmètre Fonctionnel  </a:t>
            </a:r>
            <a:endParaRPr lang="fr-CM" b="1" kern="100" dirty="0">
              <a:solidFill>
                <a:srgbClr val="1F3763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Extraction mémoire complète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Extraction sélective (plages d'adresses)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Formats de sortie multiples (Raw, ELF)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Vérification d'intégrité (SHA-256)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Interface web responsive</a:t>
            </a:r>
          </a:p>
          <a:p>
            <a:endParaRPr lang="fr-CM" dirty="0"/>
          </a:p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fr-CM" b="1" i="1" kern="100" dirty="0">
                <a:solidFill>
                  <a:srgbClr val="14532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Cas Usage</a:t>
            </a:r>
            <a:endParaRPr lang="fr-CM" b="1" i="1" kern="10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Forensic : Analyse post-incident à distance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Débogage : Interface visuelle pour diagnostics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Sécurité : Détection rootkits automatisée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Recherche : Tableaux de bord analytiques</a:t>
            </a:r>
          </a:p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fr-FR" b="1" i="1" kern="100" dirty="0">
                <a:solidFill>
                  <a:srgbClr val="7F1D1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b="0" i="0" dirty="0">
              <a:solidFill>
                <a:srgbClr val="34495E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fr-CM" b="1" kern="100" dirty="0">
                <a:solidFill>
                  <a:srgbClr val="1F2937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Architecture web </a:t>
            </a:r>
            <a:endParaRPr lang="fr-CM" b="1" kern="100" dirty="0">
              <a:solidFill>
                <a:srgbClr val="1F3763"/>
              </a:solidFill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Frontend : SPA (Single Page Application)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Backend : API REST sécurisée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WebSocket : Notifications temps réel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Base de données : Historique et logs</a:t>
            </a:r>
          </a:p>
          <a:p>
            <a:endParaRPr lang="fr-CM" dirty="0"/>
          </a:p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fr-CM" b="1" i="1" kern="100" dirty="0">
                <a:solidFill>
                  <a:srgbClr val="7F1D1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fr-CM" b="1" i="1" kern="10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Authentification forte obligatoire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Chiffrement HTTPS requis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Impact sur performances système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Risque de corruption si mal utilisé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Taille des dumps importante</a:t>
            </a:r>
          </a:p>
          <a:p>
            <a:endParaRPr lang="fr-CM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388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B7DCF8D-38E9-B563-6395-E05D0F38F65B}"/>
              </a:ext>
            </a:extLst>
          </p:cNvPr>
          <p:cNvSpPr/>
          <p:nvPr userDrawn="1"/>
        </p:nvSpPr>
        <p:spPr>
          <a:xfrm>
            <a:off x="3114989" y="2134282"/>
            <a:ext cx="2533899" cy="2273885"/>
          </a:xfrm>
          <a:custGeom>
            <a:avLst/>
            <a:gdLst>
              <a:gd name="connsiteX0" fmla="*/ 1234735 w 2354071"/>
              <a:gd name="connsiteY0" fmla="*/ 614 h 2273886"/>
              <a:gd name="connsiteX1" fmla="*/ 2282741 w 2354071"/>
              <a:gd name="connsiteY1" fmla="*/ 333960 h 2273886"/>
              <a:gd name="connsiteX2" fmla="*/ 1552501 w 2354071"/>
              <a:gd name="connsiteY2" fmla="*/ 2246018 h 2273886"/>
              <a:gd name="connsiteX3" fmla="*/ 73179 w 2354071"/>
              <a:gd name="connsiteY3" fmla="*/ 789465 h 2273886"/>
              <a:gd name="connsiteX4" fmla="*/ 1234735 w 2354071"/>
              <a:gd name="connsiteY4" fmla="*/ 614 h 2273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4071" h="2273886">
                <a:moveTo>
                  <a:pt x="1234735" y="614"/>
                </a:moveTo>
                <a:cubicBezTo>
                  <a:pt x="1706563" y="13081"/>
                  <a:pt x="2159465" y="212581"/>
                  <a:pt x="2282741" y="333960"/>
                </a:cubicBezTo>
                <a:cubicBezTo>
                  <a:pt x="2529295" y="576719"/>
                  <a:pt x="2100380" y="2110538"/>
                  <a:pt x="1552501" y="2246018"/>
                </a:cubicBezTo>
                <a:cubicBezTo>
                  <a:pt x="1004623" y="2381498"/>
                  <a:pt x="-324776" y="2042968"/>
                  <a:pt x="73179" y="789465"/>
                </a:cubicBezTo>
                <a:cubicBezTo>
                  <a:pt x="272156" y="162713"/>
                  <a:pt x="762908" y="-11852"/>
                  <a:pt x="1234735" y="61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E8CCB39-8EB1-5B24-2390-F0FA4B24875B}"/>
              </a:ext>
            </a:extLst>
          </p:cNvPr>
          <p:cNvSpPr/>
          <p:nvPr userDrawn="1"/>
        </p:nvSpPr>
        <p:spPr>
          <a:xfrm>
            <a:off x="753617" y="555950"/>
            <a:ext cx="4276359" cy="3852217"/>
          </a:xfrm>
          <a:custGeom>
            <a:avLst/>
            <a:gdLst>
              <a:gd name="connsiteX0" fmla="*/ 2095480 w 4115992"/>
              <a:gd name="connsiteY0" fmla="*/ 1594 h 3687882"/>
              <a:gd name="connsiteX1" fmla="*/ 3212545 w 4115992"/>
              <a:gd name="connsiteY1" fmla="*/ 237897 h 3687882"/>
              <a:gd name="connsiteX2" fmla="*/ 3613312 w 4115992"/>
              <a:gd name="connsiteY2" fmla="*/ 3637982 h 3687882"/>
              <a:gd name="connsiteX3" fmla="*/ 13818 w 4115992"/>
              <a:gd name="connsiteY3" fmla="*/ 1294433 h 3687882"/>
              <a:gd name="connsiteX4" fmla="*/ 2095480 w 4115992"/>
              <a:gd name="connsiteY4" fmla="*/ 1594 h 3687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15992" h="3687882">
                <a:moveTo>
                  <a:pt x="2095480" y="1594"/>
                </a:moveTo>
                <a:cubicBezTo>
                  <a:pt x="2558738" y="-12214"/>
                  <a:pt x="2980502" y="63487"/>
                  <a:pt x="3212545" y="237897"/>
                </a:cubicBezTo>
                <a:cubicBezTo>
                  <a:pt x="3955083" y="796011"/>
                  <a:pt x="4599491" y="3291774"/>
                  <a:pt x="3613312" y="3637982"/>
                </a:cubicBezTo>
                <a:cubicBezTo>
                  <a:pt x="2627132" y="3984191"/>
                  <a:pt x="242913" y="2456409"/>
                  <a:pt x="13818" y="1294433"/>
                </a:cubicBezTo>
                <a:cubicBezTo>
                  <a:pt x="-143685" y="495575"/>
                  <a:pt x="1076313" y="31973"/>
                  <a:pt x="2095480" y="159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25E0FDCB-510D-C66E-A10C-CD02C590581B}"/>
              </a:ext>
            </a:extLst>
          </p:cNvPr>
          <p:cNvSpPr/>
          <p:nvPr userDrawn="1"/>
        </p:nvSpPr>
        <p:spPr>
          <a:xfrm rot="5400000">
            <a:off x="953071" y="4030345"/>
            <a:ext cx="1880411" cy="1898594"/>
          </a:xfrm>
          <a:custGeom>
            <a:avLst/>
            <a:gdLst>
              <a:gd name="connsiteX0" fmla="*/ 831964 w 1880411"/>
              <a:gd name="connsiteY0" fmla="*/ 1 h 1898594"/>
              <a:gd name="connsiteX1" fmla="*/ 1624530 w 1880411"/>
              <a:gd name="connsiteY1" fmla="*/ 228196 h 1898594"/>
              <a:gd name="connsiteX2" fmla="*/ 1527767 w 1880411"/>
              <a:gd name="connsiteY2" fmla="*/ 1893513 h 1898594"/>
              <a:gd name="connsiteX3" fmla="*/ 70 w 1880411"/>
              <a:gd name="connsiteY3" fmla="*/ 463167 h 1898594"/>
              <a:gd name="connsiteX4" fmla="*/ 831964 w 1880411"/>
              <a:gd name="connsiteY4" fmla="*/ 1 h 189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0411" h="1898594">
                <a:moveTo>
                  <a:pt x="831964" y="1"/>
                </a:moveTo>
                <a:cubicBezTo>
                  <a:pt x="1159479" y="-120"/>
                  <a:pt x="1489430" y="83433"/>
                  <a:pt x="1624530" y="228196"/>
                </a:cubicBezTo>
                <a:cubicBezTo>
                  <a:pt x="1933330" y="559082"/>
                  <a:pt x="2030335" y="1811248"/>
                  <a:pt x="1527767" y="1893513"/>
                </a:cubicBezTo>
                <a:cubicBezTo>
                  <a:pt x="1025200" y="1975779"/>
                  <a:pt x="11204" y="1040120"/>
                  <a:pt x="70" y="463167"/>
                </a:cubicBezTo>
                <a:cubicBezTo>
                  <a:pt x="-6193" y="138631"/>
                  <a:pt x="410873" y="157"/>
                  <a:pt x="831964" y="1"/>
                </a:cubicBezTo>
                <a:close/>
              </a:path>
            </a:pathLst>
          </a:custGeom>
          <a:noFill/>
          <a:ln w="412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A387B09-1852-BE22-A55E-32C42FA222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19246" y="530984"/>
            <a:ext cx="6163154" cy="4385936"/>
          </a:xfrm>
        </p:spPr>
        <p:txBody>
          <a:bodyPr anchor="b">
            <a:noAutofit/>
          </a:bodyPr>
          <a:lstStyle>
            <a:lvl1pPr algn="l">
              <a:defRPr sz="4400" b="1" spc="15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DC2C222-0F72-C08F-DEE0-1898A5D730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9245" y="5034549"/>
            <a:ext cx="6163155" cy="1139321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6A67350-4E86-48CC-319B-72691AB516A0}"/>
              </a:ext>
            </a:extLst>
          </p:cNvPr>
          <p:cNvGrpSpPr/>
          <p:nvPr userDrawn="1"/>
        </p:nvGrpSpPr>
        <p:grpSpPr>
          <a:xfrm>
            <a:off x="5419245" y="4952874"/>
            <a:ext cx="5753483" cy="45720"/>
            <a:chOff x="5438818" y="4637445"/>
            <a:chExt cx="5753483" cy="4572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D061EA2-696A-3F4B-2183-EE468DFA47FA}"/>
                </a:ext>
              </a:extLst>
            </p:cNvPr>
            <p:cNvSpPr/>
            <p:nvPr userDrawn="1"/>
          </p:nvSpPr>
          <p:spPr>
            <a:xfrm>
              <a:off x="5438818" y="4637445"/>
              <a:ext cx="960120" cy="4572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493C6A4-E5A8-E02B-29CC-19837BB82CAE}"/>
                </a:ext>
              </a:extLst>
            </p:cNvPr>
            <p:cNvSpPr/>
            <p:nvPr userDrawn="1"/>
          </p:nvSpPr>
          <p:spPr>
            <a:xfrm>
              <a:off x="6391701" y="4637445"/>
              <a:ext cx="960120" cy="4572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504F79D-506E-2DB2-8EB7-1AB7DA83B034}"/>
                </a:ext>
              </a:extLst>
            </p:cNvPr>
            <p:cNvSpPr/>
            <p:nvPr userDrawn="1"/>
          </p:nvSpPr>
          <p:spPr>
            <a:xfrm>
              <a:off x="7351821" y="4637445"/>
              <a:ext cx="960120" cy="457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982E4EE-4093-0B6E-0260-25531EA71E4F}"/>
                </a:ext>
              </a:extLst>
            </p:cNvPr>
            <p:cNvSpPr/>
            <p:nvPr userDrawn="1"/>
          </p:nvSpPr>
          <p:spPr>
            <a:xfrm>
              <a:off x="8311941" y="4637445"/>
              <a:ext cx="960120" cy="457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97D2C14-D3B0-D664-2BB4-3FFEA85CEAF8}"/>
                </a:ext>
              </a:extLst>
            </p:cNvPr>
            <p:cNvSpPr/>
            <p:nvPr userDrawn="1"/>
          </p:nvSpPr>
          <p:spPr>
            <a:xfrm>
              <a:off x="9272061" y="4637445"/>
              <a:ext cx="960120" cy="457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D5C9EDF-0D37-3F18-A18C-C92A508E45EB}"/>
                </a:ext>
              </a:extLst>
            </p:cNvPr>
            <p:cNvSpPr/>
            <p:nvPr userDrawn="1"/>
          </p:nvSpPr>
          <p:spPr>
            <a:xfrm>
              <a:off x="10232181" y="4637445"/>
              <a:ext cx="960120" cy="457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</p:grpSp>
      <p:sp>
        <p:nvSpPr>
          <p:cNvPr id="48" name="Date Placeholder 6">
            <a:extLst>
              <a:ext uri="{FF2B5EF4-FFF2-40B4-BE49-F238E27FC236}">
                <a16:creationId xmlns:a16="http://schemas.microsoft.com/office/drawing/2014/main" id="{4DC4F417-EC4D-4AA6-2373-629E6719C6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7061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9" name="Footer Placeholder 7">
            <a:extLst>
              <a:ext uri="{FF2B5EF4-FFF2-40B4-BE49-F238E27FC236}">
                <a16:creationId xmlns:a16="http://schemas.microsoft.com/office/drawing/2014/main" id="{37D33A8F-F6BA-AD69-35CD-34D9B1509D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3673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0" name="Slide Number Placeholder 8">
            <a:extLst>
              <a:ext uri="{FF2B5EF4-FFF2-40B4-BE49-F238E27FC236}">
                <a16:creationId xmlns:a16="http://schemas.microsoft.com/office/drawing/2014/main" id="{54E18D04-AC3A-1CE9-4E48-B59CB96E90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52" name="Picture Placeholder 51">
            <a:extLst>
              <a:ext uri="{FF2B5EF4-FFF2-40B4-BE49-F238E27FC236}">
                <a16:creationId xmlns:a16="http://schemas.microsoft.com/office/drawing/2014/main" id="{FEEBB386-9065-4C31-5734-E4E77F06AC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3617" y="1449646"/>
            <a:ext cx="3986784" cy="3986784"/>
          </a:xfrm>
          <a:prstGeom prst="ellipse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759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riangle 2">
            <a:extLst>
              <a:ext uri="{FF2B5EF4-FFF2-40B4-BE49-F238E27FC236}">
                <a16:creationId xmlns:a16="http://schemas.microsoft.com/office/drawing/2014/main" id="{61B47EBA-0351-F339-D50A-A2CAE47972B1}"/>
              </a:ext>
            </a:extLst>
          </p:cNvPr>
          <p:cNvSpPr/>
          <p:nvPr userDrawn="1"/>
        </p:nvSpPr>
        <p:spPr>
          <a:xfrm rot="6300000" flipH="1">
            <a:off x="-3790047" y="529530"/>
            <a:ext cx="6818277" cy="4463501"/>
          </a:xfrm>
          <a:custGeom>
            <a:avLst/>
            <a:gdLst>
              <a:gd name="connsiteX0" fmla="*/ 0 w 4306493"/>
              <a:gd name="connsiteY0" fmla="*/ 3712494 h 3712494"/>
              <a:gd name="connsiteX1" fmla="*/ 2153247 w 4306493"/>
              <a:gd name="connsiteY1" fmla="*/ 0 h 3712494"/>
              <a:gd name="connsiteX2" fmla="*/ 4306493 w 4306493"/>
              <a:gd name="connsiteY2" fmla="*/ 3712494 h 3712494"/>
              <a:gd name="connsiteX3" fmla="*/ 0 w 4306493"/>
              <a:gd name="connsiteY3" fmla="*/ 3712494 h 3712494"/>
              <a:gd name="connsiteX0" fmla="*/ 0 w 4306493"/>
              <a:gd name="connsiteY0" fmla="*/ 3696452 h 3696452"/>
              <a:gd name="connsiteX1" fmla="*/ 2329710 w 4306493"/>
              <a:gd name="connsiteY1" fmla="*/ 0 h 3696452"/>
              <a:gd name="connsiteX2" fmla="*/ 4306493 w 4306493"/>
              <a:gd name="connsiteY2" fmla="*/ 3696452 h 3696452"/>
              <a:gd name="connsiteX3" fmla="*/ 0 w 4306493"/>
              <a:gd name="connsiteY3" fmla="*/ 3696452 h 3696452"/>
              <a:gd name="connsiteX0" fmla="*/ 37309 w 4402235"/>
              <a:gd name="connsiteY0" fmla="*/ 3696452 h 3696452"/>
              <a:gd name="connsiteX1" fmla="*/ 2367019 w 4402235"/>
              <a:gd name="connsiteY1" fmla="*/ 0 h 3696452"/>
              <a:gd name="connsiteX2" fmla="*/ 4343802 w 4402235"/>
              <a:gd name="connsiteY2" fmla="*/ 3696452 h 3696452"/>
              <a:gd name="connsiteX3" fmla="*/ 37309 w 4402235"/>
              <a:gd name="connsiteY3" fmla="*/ 3696452 h 3696452"/>
              <a:gd name="connsiteX0" fmla="*/ 37309 w 4758551"/>
              <a:gd name="connsiteY0" fmla="*/ 3696452 h 3696452"/>
              <a:gd name="connsiteX1" fmla="*/ 2367019 w 4758551"/>
              <a:gd name="connsiteY1" fmla="*/ 0 h 3696452"/>
              <a:gd name="connsiteX2" fmla="*/ 4343802 w 4758551"/>
              <a:gd name="connsiteY2" fmla="*/ 3696452 h 3696452"/>
              <a:gd name="connsiteX3" fmla="*/ 37309 w 4758551"/>
              <a:gd name="connsiteY3" fmla="*/ 3696452 h 3696452"/>
              <a:gd name="connsiteX0" fmla="*/ 379572 w 5100814"/>
              <a:gd name="connsiteY0" fmla="*/ 3696452 h 3696452"/>
              <a:gd name="connsiteX1" fmla="*/ 2709282 w 5100814"/>
              <a:gd name="connsiteY1" fmla="*/ 0 h 3696452"/>
              <a:gd name="connsiteX2" fmla="*/ 4686065 w 5100814"/>
              <a:gd name="connsiteY2" fmla="*/ 3696452 h 3696452"/>
              <a:gd name="connsiteX3" fmla="*/ 379572 w 5100814"/>
              <a:gd name="connsiteY3" fmla="*/ 3696452 h 3696452"/>
              <a:gd name="connsiteX0" fmla="*/ 527795 w 5425824"/>
              <a:gd name="connsiteY0" fmla="*/ 3696657 h 3696657"/>
              <a:gd name="connsiteX1" fmla="*/ 2857505 w 5425824"/>
              <a:gd name="connsiteY1" fmla="*/ 205 h 3696657"/>
              <a:gd name="connsiteX2" fmla="*/ 4834288 w 5425824"/>
              <a:gd name="connsiteY2" fmla="*/ 3696657 h 3696657"/>
              <a:gd name="connsiteX3" fmla="*/ 527795 w 5425824"/>
              <a:gd name="connsiteY3" fmla="*/ 3696657 h 3696657"/>
              <a:gd name="connsiteX0" fmla="*/ 507350 w 5405379"/>
              <a:gd name="connsiteY0" fmla="*/ 3696679 h 3853535"/>
              <a:gd name="connsiteX1" fmla="*/ 2837060 w 5405379"/>
              <a:gd name="connsiteY1" fmla="*/ 227 h 3853535"/>
              <a:gd name="connsiteX2" fmla="*/ 4813843 w 5405379"/>
              <a:gd name="connsiteY2" fmla="*/ 3696679 h 3853535"/>
              <a:gd name="connsiteX3" fmla="*/ 507350 w 5405379"/>
              <a:gd name="connsiteY3" fmla="*/ 3696679 h 3853535"/>
              <a:gd name="connsiteX0" fmla="*/ 321130 w 5326541"/>
              <a:gd name="connsiteY0" fmla="*/ 2552473 h 3795422"/>
              <a:gd name="connsiteX1" fmla="*/ 3260440 w 5326541"/>
              <a:gd name="connsiteY1" fmla="*/ 11053 h 3795422"/>
              <a:gd name="connsiteX2" fmla="*/ 5237223 w 5326541"/>
              <a:gd name="connsiteY2" fmla="*/ 3707505 h 3795422"/>
              <a:gd name="connsiteX3" fmla="*/ 321130 w 5326541"/>
              <a:gd name="connsiteY3" fmla="*/ 2552473 h 3795422"/>
              <a:gd name="connsiteX0" fmla="*/ 131275 w 5136686"/>
              <a:gd name="connsiteY0" fmla="*/ 2556035 h 3848881"/>
              <a:gd name="connsiteX1" fmla="*/ 3070585 w 5136686"/>
              <a:gd name="connsiteY1" fmla="*/ 14615 h 3848881"/>
              <a:gd name="connsiteX2" fmla="*/ 5047368 w 5136686"/>
              <a:gd name="connsiteY2" fmla="*/ 3711067 h 3848881"/>
              <a:gd name="connsiteX3" fmla="*/ 131275 w 5136686"/>
              <a:gd name="connsiteY3" fmla="*/ 2556035 h 3848881"/>
              <a:gd name="connsiteX0" fmla="*/ 139833 w 5155503"/>
              <a:gd name="connsiteY0" fmla="*/ 2577742 h 3870588"/>
              <a:gd name="connsiteX1" fmla="*/ 3079143 w 5155503"/>
              <a:gd name="connsiteY1" fmla="*/ 36322 h 3870588"/>
              <a:gd name="connsiteX2" fmla="*/ 5055926 w 5155503"/>
              <a:gd name="connsiteY2" fmla="*/ 3732774 h 3870588"/>
              <a:gd name="connsiteX3" fmla="*/ 139833 w 5155503"/>
              <a:gd name="connsiteY3" fmla="*/ 2577742 h 3870588"/>
              <a:gd name="connsiteX0" fmla="*/ 26029 w 5061836"/>
              <a:gd name="connsiteY0" fmla="*/ 2477397 h 3730043"/>
              <a:gd name="connsiteX1" fmla="*/ 3141802 w 5061836"/>
              <a:gd name="connsiteY1" fmla="*/ 32230 h 3730043"/>
              <a:gd name="connsiteX2" fmla="*/ 4942122 w 5061836"/>
              <a:gd name="connsiteY2" fmla="*/ 3632429 h 3730043"/>
              <a:gd name="connsiteX3" fmla="*/ 26029 w 5061836"/>
              <a:gd name="connsiteY3" fmla="*/ 2477397 h 3730043"/>
              <a:gd name="connsiteX0" fmla="*/ 116397 w 5152204"/>
              <a:gd name="connsiteY0" fmla="*/ 2487445 h 3802029"/>
              <a:gd name="connsiteX1" fmla="*/ 3232170 w 5152204"/>
              <a:gd name="connsiteY1" fmla="*/ 42278 h 3802029"/>
              <a:gd name="connsiteX2" fmla="*/ 5032490 w 5152204"/>
              <a:gd name="connsiteY2" fmla="*/ 3642477 h 3802029"/>
              <a:gd name="connsiteX3" fmla="*/ 116397 w 5152204"/>
              <a:gd name="connsiteY3" fmla="*/ 2487445 h 3802029"/>
              <a:gd name="connsiteX0" fmla="*/ 116397 w 5311374"/>
              <a:gd name="connsiteY0" fmla="*/ 2487445 h 3961862"/>
              <a:gd name="connsiteX1" fmla="*/ 3232170 w 5311374"/>
              <a:gd name="connsiteY1" fmla="*/ 42278 h 3961862"/>
              <a:gd name="connsiteX2" fmla="*/ 5032490 w 5311374"/>
              <a:gd name="connsiteY2" fmla="*/ 3642477 h 3961862"/>
              <a:gd name="connsiteX3" fmla="*/ 116397 w 5311374"/>
              <a:gd name="connsiteY3" fmla="*/ 2487445 h 3961862"/>
              <a:gd name="connsiteX0" fmla="*/ 116397 w 5759583"/>
              <a:gd name="connsiteY0" fmla="*/ 2487445 h 3799980"/>
              <a:gd name="connsiteX1" fmla="*/ 3232170 w 5759583"/>
              <a:gd name="connsiteY1" fmla="*/ 42278 h 3799980"/>
              <a:gd name="connsiteX2" fmla="*/ 5032490 w 5759583"/>
              <a:gd name="connsiteY2" fmla="*/ 3642477 h 3799980"/>
              <a:gd name="connsiteX3" fmla="*/ 116397 w 5759583"/>
              <a:gd name="connsiteY3" fmla="*/ 2487445 h 3799980"/>
              <a:gd name="connsiteX0" fmla="*/ 116397 w 6115206"/>
              <a:gd name="connsiteY0" fmla="*/ 2487445 h 3807611"/>
              <a:gd name="connsiteX1" fmla="*/ 3232170 w 6115206"/>
              <a:gd name="connsiteY1" fmla="*/ 42278 h 3807611"/>
              <a:gd name="connsiteX2" fmla="*/ 5032490 w 6115206"/>
              <a:gd name="connsiteY2" fmla="*/ 3642477 h 3807611"/>
              <a:gd name="connsiteX3" fmla="*/ 116397 w 6115206"/>
              <a:gd name="connsiteY3" fmla="*/ 2487445 h 3807611"/>
              <a:gd name="connsiteX0" fmla="*/ 116397 w 6206862"/>
              <a:gd name="connsiteY0" fmla="*/ 2487445 h 3799576"/>
              <a:gd name="connsiteX1" fmla="*/ 3232170 w 6206862"/>
              <a:gd name="connsiteY1" fmla="*/ 42278 h 3799576"/>
              <a:gd name="connsiteX2" fmla="*/ 5032490 w 6206862"/>
              <a:gd name="connsiteY2" fmla="*/ 3642477 h 3799576"/>
              <a:gd name="connsiteX3" fmla="*/ 116397 w 6206862"/>
              <a:gd name="connsiteY3" fmla="*/ 2487445 h 3799576"/>
              <a:gd name="connsiteX0" fmla="*/ 124476 w 6214941"/>
              <a:gd name="connsiteY0" fmla="*/ 2454008 h 3766139"/>
              <a:gd name="connsiteX1" fmla="*/ 3240249 w 6214941"/>
              <a:gd name="connsiteY1" fmla="*/ 8841 h 3766139"/>
              <a:gd name="connsiteX2" fmla="*/ 5040569 w 6214941"/>
              <a:gd name="connsiteY2" fmla="*/ 3609040 h 3766139"/>
              <a:gd name="connsiteX3" fmla="*/ 124476 w 6214941"/>
              <a:gd name="connsiteY3" fmla="*/ 2454008 h 3766139"/>
              <a:gd name="connsiteX0" fmla="*/ 124476 w 6397505"/>
              <a:gd name="connsiteY0" fmla="*/ 2454008 h 3930790"/>
              <a:gd name="connsiteX1" fmla="*/ 3240249 w 6397505"/>
              <a:gd name="connsiteY1" fmla="*/ 8841 h 3930790"/>
              <a:gd name="connsiteX2" fmla="*/ 5040569 w 6397505"/>
              <a:gd name="connsiteY2" fmla="*/ 3609040 h 3930790"/>
              <a:gd name="connsiteX3" fmla="*/ 124476 w 6397505"/>
              <a:gd name="connsiteY3" fmla="*/ 2454008 h 3930790"/>
              <a:gd name="connsiteX0" fmla="*/ 159282 w 6432311"/>
              <a:gd name="connsiteY0" fmla="*/ 2456586 h 3933368"/>
              <a:gd name="connsiteX1" fmla="*/ 3275055 w 6432311"/>
              <a:gd name="connsiteY1" fmla="*/ 11419 h 3933368"/>
              <a:gd name="connsiteX2" fmla="*/ 5075375 w 6432311"/>
              <a:gd name="connsiteY2" fmla="*/ 3611618 h 3933368"/>
              <a:gd name="connsiteX3" fmla="*/ 159282 w 6432311"/>
              <a:gd name="connsiteY3" fmla="*/ 2456586 h 3933368"/>
              <a:gd name="connsiteX0" fmla="*/ 159282 w 6599093"/>
              <a:gd name="connsiteY0" fmla="*/ 2456586 h 3932011"/>
              <a:gd name="connsiteX1" fmla="*/ 3275055 w 6599093"/>
              <a:gd name="connsiteY1" fmla="*/ 11419 h 3932011"/>
              <a:gd name="connsiteX2" fmla="*/ 5075375 w 6599093"/>
              <a:gd name="connsiteY2" fmla="*/ 3611618 h 3932011"/>
              <a:gd name="connsiteX3" fmla="*/ 159282 w 6599093"/>
              <a:gd name="connsiteY3" fmla="*/ 2456586 h 3932011"/>
              <a:gd name="connsiteX0" fmla="*/ 26590 w 6423987"/>
              <a:gd name="connsiteY0" fmla="*/ 2451701 h 4246435"/>
              <a:gd name="connsiteX1" fmla="*/ 3142363 w 6423987"/>
              <a:gd name="connsiteY1" fmla="*/ 6534 h 4246435"/>
              <a:gd name="connsiteX2" fmla="*/ 4875447 w 6423987"/>
              <a:gd name="connsiteY2" fmla="*/ 3942910 h 4246435"/>
              <a:gd name="connsiteX3" fmla="*/ 26590 w 6423987"/>
              <a:gd name="connsiteY3" fmla="*/ 2451701 h 4246435"/>
              <a:gd name="connsiteX0" fmla="*/ 96204 w 6493601"/>
              <a:gd name="connsiteY0" fmla="*/ 2456221 h 4250955"/>
              <a:gd name="connsiteX1" fmla="*/ 3211977 w 6493601"/>
              <a:gd name="connsiteY1" fmla="*/ 11054 h 4250955"/>
              <a:gd name="connsiteX2" fmla="*/ 4945061 w 6493601"/>
              <a:gd name="connsiteY2" fmla="*/ 3947430 h 4250955"/>
              <a:gd name="connsiteX3" fmla="*/ 96204 w 6493601"/>
              <a:gd name="connsiteY3" fmla="*/ 2456221 h 4250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93601" h="4250955">
                <a:moveTo>
                  <a:pt x="96204" y="2456221"/>
                </a:moveTo>
                <a:cubicBezTo>
                  <a:pt x="-515372" y="952994"/>
                  <a:pt x="1939438" y="-121529"/>
                  <a:pt x="3211977" y="11054"/>
                </a:cubicBezTo>
                <a:cubicBezTo>
                  <a:pt x="7012563" y="291555"/>
                  <a:pt x="7403564" y="5551062"/>
                  <a:pt x="4945061" y="3947430"/>
                </a:cubicBezTo>
                <a:cubicBezTo>
                  <a:pt x="2486558" y="2343798"/>
                  <a:pt x="707780" y="3959448"/>
                  <a:pt x="96204" y="245622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B5C5935-5367-4E92-B18D-AD21B4340618}"/>
              </a:ext>
            </a:extLst>
          </p:cNvPr>
          <p:cNvSpPr/>
          <p:nvPr userDrawn="1"/>
        </p:nvSpPr>
        <p:spPr>
          <a:xfrm rot="5400000">
            <a:off x="57505" y="1469366"/>
            <a:ext cx="2585435" cy="3077221"/>
          </a:xfrm>
          <a:custGeom>
            <a:avLst/>
            <a:gdLst>
              <a:gd name="connsiteX0" fmla="*/ 797111 w 1865518"/>
              <a:gd name="connsiteY0" fmla="*/ 25 h 2564608"/>
              <a:gd name="connsiteX1" fmla="*/ 1854618 w 1865518"/>
              <a:gd name="connsiteY1" fmla="*/ 1470433 h 2564608"/>
              <a:gd name="connsiteX2" fmla="*/ 201733 w 1865518"/>
              <a:gd name="connsiteY2" fmla="*/ 2453129 h 2564608"/>
              <a:gd name="connsiteX3" fmla="*/ 581487 w 1865518"/>
              <a:gd name="connsiteY3" fmla="*/ 70732 h 2564608"/>
              <a:gd name="connsiteX4" fmla="*/ 797111 w 1865518"/>
              <a:gd name="connsiteY4" fmla="*/ 25 h 2564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65518" h="2564608">
                <a:moveTo>
                  <a:pt x="797111" y="25"/>
                </a:moveTo>
                <a:cubicBezTo>
                  <a:pt x="1321752" y="-5769"/>
                  <a:pt x="1956684" y="1025472"/>
                  <a:pt x="1854618" y="1470433"/>
                </a:cubicBezTo>
                <a:cubicBezTo>
                  <a:pt x="1737971" y="1978960"/>
                  <a:pt x="604749" y="2879982"/>
                  <a:pt x="201733" y="2453129"/>
                </a:cubicBezTo>
                <a:cubicBezTo>
                  <a:pt x="-201282" y="2026275"/>
                  <a:pt x="37672" y="453838"/>
                  <a:pt x="581487" y="70732"/>
                </a:cubicBezTo>
                <a:cubicBezTo>
                  <a:pt x="649464" y="22844"/>
                  <a:pt x="722162" y="852"/>
                  <a:pt x="797111" y="25"/>
                </a:cubicBezTo>
                <a:close/>
              </a:path>
            </a:pathLst>
          </a:cu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39716FF-4B28-E982-D249-767E7434EF88}"/>
              </a:ext>
            </a:extLst>
          </p:cNvPr>
          <p:cNvSpPr/>
          <p:nvPr userDrawn="1"/>
        </p:nvSpPr>
        <p:spPr>
          <a:xfrm rot="10800000">
            <a:off x="-573427" y="1807087"/>
            <a:ext cx="2366056" cy="4131534"/>
          </a:xfrm>
          <a:custGeom>
            <a:avLst/>
            <a:gdLst>
              <a:gd name="connsiteX0" fmla="*/ 1303919 w 1864449"/>
              <a:gd name="connsiteY0" fmla="*/ 859 h 3255643"/>
              <a:gd name="connsiteX1" fmla="*/ 1598851 w 1864449"/>
              <a:gd name="connsiteY1" fmla="*/ 645726 h 3255643"/>
              <a:gd name="connsiteX2" fmla="*/ 1674028 w 1864449"/>
              <a:gd name="connsiteY2" fmla="*/ 3108073 h 3255643"/>
              <a:gd name="connsiteX3" fmla="*/ 210888 w 1864449"/>
              <a:gd name="connsiteY3" fmla="*/ 2425563 h 3255643"/>
              <a:gd name="connsiteX4" fmla="*/ 61577 w 1864449"/>
              <a:gd name="connsiteY4" fmla="*/ 2059622 h 3255643"/>
              <a:gd name="connsiteX5" fmla="*/ 1303919 w 1864449"/>
              <a:gd name="connsiteY5" fmla="*/ 859 h 3255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64449" h="3255643">
                <a:moveTo>
                  <a:pt x="1303919" y="859"/>
                </a:moveTo>
                <a:cubicBezTo>
                  <a:pt x="1554097" y="15355"/>
                  <a:pt x="1708665" y="214035"/>
                  <a:pt x="1598851" y="645726"/>
                </a:cubicBezTo>
                <a:cubicBezTo>
                  <a:pt x="1247448" y="2027136"/>
                  <a:pt x="2268967" y="2591231"/>
                  <a:pt x="1674028" y="3108073"/>
                </a:cubicBezTo>
                <a:cubicBezTo>
                  <a:pt x="1190641" y="3528009"/>
                  <a:pt x="519823" y="2973220"/>
                  <a:pt x="210888" y="2425563"/>
                </a:cubicBezTo>
                <a:cubicBezTo>
                  <a:pt x="139596" y="2299180"/>
                  <a:pt x="87575" y="2173178"/>
                  <a:pt x="61577" y="2059622"/>
                </a:cubicBezTo>
                <a:cubicBezTo>
                  <a:pt x="-259613" y="828525"/>
                  <a:pt x="753529" y="-31033"/>
                  <a:pt x="1303919" y="85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EA270FF-E9B8-C8E6-C7E2-558AF36BDC1F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2461846" y="1939924"/>
            <a:ext cx="9120553" cy="4392294"/>
          </a:xfrm>
        </p:spPr>
        <p:txBody>
          <a:bodyPr>
            <a:normAutofit/>
          </a:bodyPr>
          <a:lstStyle>
            <a:lvl1pPr marL="285750" indent="-285750">
              <a:lnSpc>
                <a:spcPct val="150000"/>
              </a:lnSpc>
              <a:buClr>
                <a:schemeClr val="accent4"/>
              </a:buClr>
              <a:buFont typeface="Courier New" panose="02070309020205020404" pitchFamily="49" charset="0"/>
              <a:buChar char="o"/>
              <a:defRPr sz="1400">
                <a:solidFill>
                  <a:schemeClr val="tx1"/>
                </a:solidFill>
              </a:defRPr>
            </a:lvl1pPr>
            <a:lvl2pPr marL="742950" indent="-285750">
              <a:lnSpc>
                <a:spcPct val="150000"/>
              </a:lnSpc>
              <a:buClr>
                <a:schemeClr val="accent4"/>
              </a:buClr>
              <a:buFont typeface="Courier New" panose="02070309020205020404" pitchFamily="49" charset="0"/>
              <a:buChar char="o"/>
              <a:defRPr sz="1400">
                <a:solidFill>
                  <a:schemeClr val="tx1"/>
                </a:solidFill>
              </a:defRPr>
            </a:lvl2pPr>
            <a:lvl3pPr marL="1200150" indent="-285750">
              <a:lnSpc>
                <a:spcPct val="150000"/>
              </a:lnSpc>
              <a:buClr>
                <a:schemeClr val="accent4"/>
              </a:buClr>
              <a:buFont typeface="Courier New" panose="02070309020205020404" pitchFamily="49" charset="0"/>
              <a:buChar char="o"/>
              <a:defRPr sz="1400">
                <a:solidFill>
                  <a:schemeClr val="tx1"/>
                </a:solidFill>
              </a:defRPr>
            </a:lvl3pPr>
            <a:lvl4pPr marL="1657350" indent="-285750">
              <a:lnSpc>
                <a:spcPct val="150000"/>
              </a:lnSpc>
              <a:buClr>
                <a:schemeClr val="accent4"/>
              </a:buClr>
              <a:buFont typeface="Courier New" panose="02070309020205020404" pitchFamily="49" charset="0"/>
              <a:buChar char="o"/>
              <a:defRPr sz="1400">
                <a:solidFill>
                  <a:schemeClr val="tx1"/>
                </a:solidFill>
              </a:defRPr>
            </a:lvl4pPr>
            <a:lvl5pPr marL="2114550" indent="-285750">
              <a:lnSpc>
                <a:spcPct val="150000"/>
              </a:lnSpc>
              <a:buClr>
                <a:schemeClr val="accent4"/>
              </a:buClr>
              <a:buFont typeface="Courier New" panose="02070309020205020404" pitchFamily="49" charset="0"/>
              <a:buChar char="o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EF92FDEE-B92B-9668-C5EF-40D7CE40CC4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461703" y="525782"/>
            <a:ext cx="912069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4EEA870D-A93C-5B1C-BAA0-73C0DEA30484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637061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EF797FFD-BA1D-6DEE-AC77-0D91114180E3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4038600" y="643673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7" name="Slide Number Placeholder 8">
            <a:extLst>
              <a:ext uri="{FF2B5EF4-FFF2-40B4-BE49-F238E27FC236}">
                <a16:creationId xmlns:a16="http://schemas.microsoft.com/office/drawing/2014/main" id="{4E8E1D40-2CC7-6A7F-B923-14D7B16A8096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8839200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ACC8657-6697-4E27-089A-AFE7A9BF4748}"/>
              </a:ext>
            </a:extLst>
          </p:cNvPr>
          <p:cNvSpPr/>
          <p:nvPr userDrawn="1"/>
        </p:nvSpPr>
        <p:spPr>
          <a:xfrm>
            <a:off x="11205696" y="6374096"/>
            <a:ext cx="485702" cy="490399"/>
          </a:xfrm>
          <a:custGeom>
            <a:avLst/>
            <a:gdLst>
              <a:gd name="connsiteX0" fmla="*/ 831964 w 1880411"/>
              <a:gd name="connsiteY0" fmla="*/ 1 h 1898594"/>
              <a:gd name="connsiteX1" fmla="*/ 1624530 w 1880411"/>
              <a:gd name="connsiteY1" fmla="*/ 228196 h 1898594"/>
              <a:gd name="connsiteX2" fmla="*/ 1527767 w 1880411"/>
              <a:gd name="connsiteY2" fmla="*/ 1893513 h 1898594"/>
              <a:gd name="connsiteX3" fmla="*/ 70 w 1880411"/>
              <a:gd name="connsiteY3" fmla="*/ 463167 h 1898594"/>
              <a:gd name="connsiteX4" fmla="*/ 831964 w 1880411"/>
              <a:gd name="connsiteY4" fmla="*/ 1 h 189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0411" h="1898594">
                <a:moveTo>
                  <a:pt x="831964" y="1"/>
                </a:moveTo>
                <a:cubicBezTo>
                  <a:pt x="1159479" y="-120"/>
                  <a:pt x="1489430" y="83433"/>
                  <a:pt x="1624530" y="228196"/>
                </a:cubicBezTo>
                <a:cubicBezTo>
                  <a:pt x="1933330" y="559082"/>
                  <a:pt x="2030335" y="1811248"/>
                  <a:pt x="1527767" y="1893513"/>
                </a:cubicBezTo>
                <a:cubicBezTo>
                  <a:pt x="1025200" y="1975779"/>
                  <a:pt x="11204" y="1040120"/>
                  <a:pt x="70" y="463167"/>
                </a:cubicBezTo>
                <a:cubicBezTo>
                  <a:pt x="-6193" y="138631"/>
                  <a:pt x="410873" y="157"/>
                  <a:pt x="831964" y="1"/>
                </a:cubicBezTo>
                <a:close/>
              </a:path>
            </a:pathLst>
          </a:custGeom>
          <a:noFill/>
          <a:ln w="158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22912C1-61B7-30CD-2644-4ED72A17CF64}"/>
              </a:ext>
            </a:extLst>
          </p:cNvPr>
          <p:cNvGrpSpPr/>
          <p:nvPr userDrawn="1"/>
        </p:nvGrpSpPr>
        <p:grpSpPr>
          <a:xfrm>
            <a:off x="5828917" y="1880743"/>
            <a:ext cx="5753483" cy="45720"/>
            <a:chOff x="5438818" y="4637445"/>
            <a:chExt cx="5753483" cy="4572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675E327-C37F-6EE3-E810-68993C1024DC}"/>
                </a:ext>
              </a:extLst>
            </p:cNvPr>
            <p:cNvSpPr/>
            <p:nvPr userDrawn="1"/>
          </p:nvSpPr>
          <p:spPr>
            <a:xfrm>
              <a:off x="5438818" y="4637445"/>
              <a:ext cx="960120" cy="4572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0FB903E-1211-4466-E907-EE8AE6D79BFF}"/>
                </a:ext>
              </a:extLst>
            </p:cNvPr>
            <p:cNvSpPr/>
            <p:nvPr userDrawn="1"/>
          </p:nvSpPr>
          <p:spPr>
            <a:xfrm>
              <a:off x="6391701" y="4637445"/>
              <a:ext cx="960120" cy="4572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89C0B95-2295-6367-A556-F04556CA6F9A}"/>
                </a:ext>
              </a:extLst>
            </p:cNvPr>
            <p:cNvSpPr/>
            <p:nvPr userDrawn="1"/>
          </p:nvSpPr>
          <p:spPr>
            <a:xfrm>
              <a:off x="7351821" y="4637445"/>
              <a:ext cx="960120" cy="457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EA72809-0330-56E7-C9CE-89F13C16F578}"/>
                </a:ext>
              </a:extLst>
            </p:cNvPr>
            <p:cNvSpPr/>
            <p:nvPr userDrawn="1"/>
          </p:nvSpPr>
          <p:spPr>
            <a:xfrm>
              <a:off x="8311941" y="4637445"/>
              <a:ext cx="960120" cy="457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172798B-1AA4-A1F2-6846-B740CB24485B}"/>
                </a:ext>
              </a:extLst>
            </p:cNvPr>
            <p:cNvSpPr/>
            <p:nvPr userDrawn="1"/>
          </p:nvSpPr>
          <p:spPr>
            <a:xfrm>
              <a:off x="9272061" y="4637445"/>
              <a:ext cx="960120" cy="457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F8E3470-9719-71AE-2F14-F257FFFE0960}"/>
                </a:ext>
              </a:extLst>
            </p:cNvPr>
            <p:cNvSpPr/>
            <p:nvPr userDrawn="1"/>
          </p:nvSpPr>
          <p:spPr>
            <a:xfrm>
              <a:off x="10232181" y="4637445"/>
              <a:ext cx="960120" cy="457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5393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D54684D-841C-FDA2-7EA4-3358F6C41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948" y="1939924"/>
            <a:ext cx="10969451" cy="439229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Clr>
                <a:schemeClr val="accent4"/>
              </a:buClr>
              <a:buFontTx/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lnSpc>
                <a:spcPct val="150000"/>
              </a:lnSpc>
              <a:buClr>
                <a:schemeClr val="accent4"/>
              </a:buClr>
              <a:buFontTx/>
              <a:buNone/>
              <a:defRPr sz="1400">
                <a:solidFill>
                  <a:schemeClr val="tx1"/>
                </a:solidFill>
              </a:defRPr>
            </a:lvl2pPr>
            <a:lvl3pPr marL="914400" indent="0">
              <a:lnSpc>
                <a:spcPct val="150000"/>
              </a:lnSpc>
              <a:buClr>
                <a:schemeClr val="accent4"/>
              </a:buClr>
              <a:buFontTx/>
              <a:buNone/>
              <a:defRPr sz="1400">
                <a:solidFill>
                  <a:schemeClr val="tx1"/>
                </a:solidFill>
              </a:defRPr>
            </a:lvl3pPr>
            <a:lvl4pPr marL="1371600" indent="0">
              <a:lnSpc>
                <a:spcPct val="150000"/>
              </a:lnSpc>
              <a:buClr>
                <a:schemeClr val="accent4"/>
              </a:buClr>
              <a:buFontTx/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50000"/>
              </a:lnSpc>
              <a:buClr>
                <a:schemeClr val="accent4"/>
              </a:buClr>
              <a:buFontTx/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2EA75441-C98A-E98F-BFE4-C66F20EE0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525782"/>
            <a:ext cx="109696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6BCA4F44-099F-EC83-5C10-C0986EB36C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7061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074D6020-9442-58EA-3EA2-A8FD7B31DA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3673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8">
            <a:extLst>
              <a:ext uri="{FF2B5EF4-FFF2-40B4-BE49-F238E27FC236}">
                <a16:creationId xmlns:a16="http://schemas.microsoft.com/office/drawing/2014/main" id="{736EE112-C6C0-70E6-11D4-627518B587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D358CD1-CD32-8B30-B2C7-E4B76A278049}"/>
              </a:ext>
            </a:extLst>
          </p:cNvPr>
          <p:cNvSpPr/>
          <p:nvPr userDrawn="1"/>
        </p:nvSpPr>
        <p:spPr>
          <a:xfrm>
            <a:off x="11205696" y="6374096"/>
            <a:ext cx="485702" cy="490399"/>
          </a:xfrm>
          <a:custGeom>
            <a:avLst/>
            <a:gdLst>
              <a:gd name="connsiteX0" fmla="*/ 831964 w 1880411"/>
              <a:gd name="connsiteY0" fmla="*/ 1 h 1898594"/>
              <a:gd name="connsiteX1" fmla="*/ 1624530 w 1880411"/>
              <a:gd name="connsiteY1" fmla="*/ 228196 h 1898594"/>
              <a:gd name="connsiteX2" fmla="*/ 1527767 w 1880411"/>
              <a:gd name="connsiteY2" fmla="*/ 1893513 h 1898594"/>
              <a:gd name="connsiteX3" fmla="*/ 70 w 1880411"/>
              <a:gd name="connsiteY3" fmla="*/ 463167 h 1898594"/>
              <a:gd name="connsiteX4" fmla="*/ 831964 w 1880411"/>
              <a:gd name="connsiteY4" fmla="*/ 1 h 189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0411" h="1898594">
                <a:moveTo>
                  <a:pt x="831964" y="1"/>
                </a:moveTo>
                <a:cubicBezTo>
                  <a:pt x="1159479" y="-120"/>
                  <a:pt x="1489430" y="83433"/>
                  <a:pt x="1624530" y="228196"/>
                </a:cubicBezTo>
                <a:cubicBezTo>
                  <a:pt x="1933330" y="559082"/>
                  <a:pt x="2030335" y="1811248"/>
                  <a:pt x="1527767" y="1893513"/>
                </a:cubicBezTo>
                <a:cubicBezTo>
                  <a:pt x="1025200" y="1975779"/>
                  <a:pt x="11204" y="1040120"/>
                  <a:pt x="70" y="463167"/>
                </a:cubicBezTo>
                <a:cubicBezTo>
                  <a:pt x="-6193" y="138631"/>
                  <a:pt x="410873" y="157"/>
                  <a:pt x="831964" y="1"/>
                </a:cubicBezTo>
                <a:close/>
              </a:path>
            </a:pathLst>
          </a:custGeom>
          <a:noFill/>
          <a:ln w="158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8035A77-A93A-DD0D-F6F3-C6D636029FE2}"/>
              </a:ext>
            </a:extLst>
          </p:cNvPr>
          <p:cNvGrpSpPr/>
          <p:nvPr userDrawn="1"/>
        </p:nvGrpSpPr>
        <p:grpSpPr>
          <a:xfrm>
            <a:off x="612775" y="1872775"/>
            <a:ext cx="5753483" cy="45720"/>
            <a:chOff x="5438818" y="4637445"/>
            <a:chExt cx="5753483" cy="4572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B972668-9F79-CD55-683D-D120074F4730}"/>
                </a:ext>
              </a:extLst>
            </p:cNvPr>
            <p:cNvSpPr/>
            <p:nvPr userDrawn="1"/>
          </p:nvSpPr>
          <p:spPr>
            <a:xfrm>
              <a:off x="5438818" y="4637445"/>
              <a:ext cx="960120" cy="4572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C7E6CEA-9AA8-F94B-29C0-90D9C021A658}"/>
                </a:ext>
              </a:extLst>
            </p:cNvPr>
            <p:cNvSpPr/>
            <p:nvPr userDrawn="1"/>
          </p:nvSpPr>
          <p:spPr>
            <a:xfrm>
              <a:off x="6391701" y="4637445"/>
              <a:ext cx="960120" cy="4572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6966EBB-8A43-8ADA-9E89-D0E39A96C6E0}"/>
                </a:ext>
              </a:extLst>
            </p:cNvPr>
            <p:cNvSpPr/>
            <p:nvPr userDrawn="1"/>
          </p:nvSpPr>
          <p:spPr>
            <a:xfrm>
              <a:off x="7351821" y="4637445"/>
              <a:ext cx="960120" cy="457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F81C5AD-E6A6-FE1B-4D67-EDB385EDF9A6}"/>
                </a:ext>
              </a:extLst>
            </p:cNvPr>
            <p:cNvSpPr/>
            <p:nvPr userDrawn="1"/>
          </p:nvSpPr>
          <p:spPr>
            <a:xfrm>
              <a:off x="8311941" y="4637445"/>
              <a:ext cx="960120" cy="457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5B7FC87-56B2-4618-0B46-17EA1D4C48A8}"/>
                </a:ext>
              </a:extLst>
            </p:cNvPr>
            <p:cNvSpPr/>
            <p:nvPr userDrawn="1"/>
          </p:nvSpPr>
          <p:spPr>
            <a:xfrm>
              <a:off x="9272061" y="4637445"/>
              <a:ext cx="960120" cy="457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17A84F1-5412-1CD7-0332-C1536203A0F8}"/>
                </a:ext>
              </a:extLst>
            </p:cNvPr>
            <p:cNvSpPr/>
            <p:nvPr userDrawn="1"/>
          </p:nvSpPr>
          <p:spPr>
            <a:xfrm>
              <a:off x="10232181" y="4637445"/>
              <a:ext cx="960120" cy="457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09432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63E25A71-2237-1AD6-EA95-550DA9AEC02B}"/>
              </a:ext>
            </a:extLst>
          </p:cNvPr>
          <p:cNvGrpSpPr/>
          <p:nvPr userDrawn="1"/>
        </p:nvGrpSpPr>
        <p:grpSpPr>
          <a:xfrm>
            <a:off x="626466" y="-2668285"/>
            <a:ext cx="11646901" cy="9391348"/>
            <a:chOff x="626466" y="-2668285"/>
            <a:chExt cx="11646901" cy="9391348"/>
          </a:xfrm>
        </p:grpSpPr>
        <p:sp>
          <p:nvSpPr>
            <p:cNvPr id="25" name="Triangle 2">
              <a:extLst>
                <a:ext uri="{FF2B5EF4-FFF2-40B4-BE49-F238E27FC236}">
                  <a16:creationId xmlns:a16="http://schemas.microsoft.com/office/drawing/2014/main" id="{7228A648-81F5-1254-336F-87528361A4DF}"/>
                </a:ext>
              </a:extLst>
            </p:cNvPr>
            <p:cNvSpPr/>
            <p:nvPr userDrawn="1"/>
          </p:nvSpPr>
          <p:spPr>
            <a:xfrm rot="11700000" flipH="1">
              <a:off x="5455090" y="-2668285"/>
              <a:ext cx="6818277" cy="4463501"/>
            </a:xfrm>
            <a:custGeom>
              <a:avLst/>
              <a:gdLst>
                <a:gd name="connsiteX0" fmla="*/ 0 w 4306493"/>
                <a:gd name="connsiteY0" fmla="*/ 3712494 h 3712494"/>
                <a:gd name="connsiteX1" fmla="*/ 2153247 w 4306493"/>
                <a:gd name="connsiteY1" fmla="*/ 0 h 3712494"/>
                <a:gd name="connsiteX2" fmla="*/ 4306493 w 4306493"/>
                <a:gd name="connsiteY2" fmla="*/ 3712494 h 3712494"/>
                <a:gd name="connsiteX3" fmla="*/ 0 w 4306493"/>
                <a:gd name="connsiteY3" fmla="*/ 3712494 h 3712494"/>
                <a:gd name="connsiteX0" fmla="*/ 0 w 4306493"/>
                <a:gd name="connsiteY0" fmla="*/ 3696452 h 3696452"/>
                <a:gd name="connsiteX1" fmla="*/ 2329710 w 4306493"/>
                <a:gd name="connsiteY1" fmla="*/ 0 h 3696452"/>
                <a:gd name="connsiteX2" fmla="*/ 4306493 w 4306493"/>
                <a:gd name="connsiteY2" fmla="*/ 3696452 h 3696452"/>
                <a:gd name="connsiteX3" fmla="*/ 0 w 4306493"/>
                <a:gd name="connsiteY3" fmla="*/ 3696452 h 3696452"/>
                <a:gd name="connsiteX0" fmla="*/ 37309 w 4402235"/>
                <a:gd name="connsiteY0" fmla="*/ 3696452 h 3696452"/>
                <a:gd name="connsiteX1" fmla="*/ 2367019 w 4402235"/>
                <a:gd name="connsiteY1" fmla="*/ 0 h 3696452"/>
                <a:gd name="connsiteX2" fmla="*/ 4343802 w 4402235"/>
                <a:gd name="connsiteY2" fmla="*/ 3696452 h 3696452"/>
                <a:gd name="connsiteX3" fmla="*/ 37309 w 4402235"/>
                <a:gd name="connsiteY3" fmla="*/ 3696452 h 3696452"/>
                <a:gd name="connsiteX0" fmla="*/ 37309 w 4758551"/>
                <a:gd name="connsiteY0" fmla="*/ 3696452 h 3696452"/>
                <a:gd name="connsiteX1" fmla="*/ 2367019 w 4758551"/>
                <a:gd name="connsiteY1" fmla="*/ 0 h 3696452"/>
                <a:gd name="connsiteX2" fmla="*/ 4343802 w 4758551"/>
                <a:gd name="connsiteY2" fmla="*/ 3696452 h 3696452"/>
                <a:gd name="connsiteX3" fmla="*/ 37309 w 4758551"/>
                <a:gd name="connsiteY3" fmla="*/ 3696452 h 3696452"/>
                <a:gd name="connsiteX0" fmla="*/ 379572 w 5100814"/>
                <a:gd name="connsiteY0" fmla="*/ 3696452 h 3696452"/>
                <a:gd name="connsiteX1" fmla="*/ 2709282 w 5100814"/>
                <a:gd name="connsiteY1" fmla="*/ 0 h 3696452"/>
                <a:gd name="connsiteX2" fmla="*/ 4686065 w 5100814"/>
                <a:gd name="connsiteY2" fmla="*/ 3696452 h 3696452"/>
                <a:gd name="connsiteX3" fmla="*/ 379572 w 5100814"/>
                <a:gd name="connsiteY3" fmla="*/ 3696452 h 3696452"/>
                <a:gd name="connsiteX0" fmla="*/ 527795 w 5425824"/>
                <a:gd name="connsiteY0" fmla="*/ 3696657 h 3696657"/>
                <a:gd name="connsiteX1" fmla="*/ 2857505 w 5425824"/>
                <a:gd name="connsiteY1" fmla="*/ 205 h 3696657"/>
                <a:gd name="connsiteX2" fmla="*/ 4834288 w 5425824"/>
                <a:gd name="connsiteY2" fmla="*/ 3696657 h 3696657"/>
                <a:gd name="connsiteX3" fmla="*/ 527795 w 5425824"/>
                <a:gd name="connsiteY3" fmla="*/ 3696657 h 3696657"/>
                <a:gd name="connsiteX0" fmla="*/ 507350 w 5405379"/>
                <a:gd name="connsiteY0" fmla="*/ 3696679 h 3853535"/>
                <a:gd name="connsiteX1" fmla="*/ 2837060 w 5405379"/>
                <a:gd name="connsiteY1" fmla="*/ 227 h 3853535"/>
                <a:gd name="connsiteX2" fmla="*/ 4813843 w 5405379"/>
                <a:gd name="connsiteY2" fmla="*/ 3696679 h 3853535"/>
                <a:gd name="connsiteX3" fmla="*/ 507350 w 5405379"/>
                <a:gd name="connsiteY3" fmla="*/ 3696679 h 3853535"/>
                <a:gd name="connsiteX0" fmla="*/ 321130 w 5326541"/>
                <a:gd name="connsiteY0" fmla="*/ 2552473 h 3795422"/>
                <a:gd name="connsiteX1" fmla="*/ 3260440 w 5326541"/>
                <a:gd name="connsiteY1" fmla="*/ 11053 h 3795422"/>
                <a:gd name="connsiteX2" fmla="*/ 5237223 w 5326541"/>
                <a:gd name="connsiteY2" fmla="*/ 3707505 h 3795422"/>
                <a:gd name="connsiteX3" fmla="*/ 321130 w 5326541"/>
                <a:gd name="connsiteY3" fmla="*/ 2552473 h 3795422"/>
                <a:gd name="connsiteX0" fmla="*/ 131275 w 5136686"/>
                <a:gd name="connsiteY0" fmla="*/ 2556035 h 3848881"/>
                <a:gd name="connsiteX1" fmla="*/ 3070585 w 5136686"/>
                <a:gd name="connsiteY1" fmla="*/ 14615 h 3848881"/>
                <a:gd name="connsiteX2" fmla="*/ 5047368 w 5136686"/>
                <a:gd name="connsiteY2" fmla="*/ 3711067 h 3848881"/>
                <a:gd name="connsiteX3" fmla="*/ 131275 w 5136686"/>
                <a:gd name="connsiteY3" fmla="*/ 2556035 h 3848881"/>
                <a:gd name="connsiteX0" fmla="*/ 139833 w 5155503"/>
                <a:gd name="connsiteY0" fmla="*/ 2577742 h 3870588"/>
                <a:gd name="connsiteX1" fmla="*/ 3079143 w 5155503"/>
                <a:gd name="connsiteY1" fmla="*/ 36322 h 3870588"/>
                <a:gd name="connsiteX2" fmla="*/ 5055926 w 5155503"/>
                <a:gd name="connsiteY2" fmla="*/ 3732774 h 3870588"/>
                <a:gd name="connsiteX3" fmla="*/ 139833 w 5155503"/>
                <a:gd name="connsiteY3" fmla="*/ 2577742 h 3870588"/>
                <a:gd name="connsiteX0" fmla="*/ 26029 w 5061836"/>
                <a:gd name="connsiteY0" fmla="*/ 2477397 h 3730043"/>
                <a:gd name="connsiteX1" fmla="*/ 3141802 w 5061836"/>
                <a:gd name="connsiteY1" fmla="*/ 32230 h 3730043"/>
                <a:gd name="connsiteX2" fmla="*/ 4942122 w 5061836"/>
                <a:gd name="connsiteY2" fmla="*/ 3632429 h 3730043"/>
                <a:gd name="connsiteX3" fmla="*/ 26029 w 5061836"/>
                <a:gd name="connsiteY3" fmla="*/ 2477397 h 3730043"/>
                <a:gd name="connsiteX0" fmla="*/ 116397 w 5152204"/>
                <a:gd name="connsiteY0" fmla="*/ 2487445 h 3802029"/>
                <a:gd name="connsiteX1" fmla="*/ 3232170 w 5152204"/>
                <a:gd name="connsiteY1" fmla="*/ 42278 h 3802029"/>
                <a:gd name="connsiteX2" fmla="*/ 5032490 w 5152204"/>
                <a:gd name="connsiteY2" fmla="*/ 3642477 h 3802029"/>
                <a:gd name="connsiteX3" fmla="*/ 116397 w 5152204"/>
                <a:gd name="connsiteY3" fmla="*/ 2487445 h 3802029"/>
                <a:gd name="connsiteX0" fmla="*/ 116397 w 5311374"/>
                <a:gd name="connsiteY0" fmla="*/ 2487445 h 3961862"/>
                <a:gd name="connsiteX1" fmla="*/ 3232170 w 5311374"/>
                <a:gd name="connsiteY1" fmla="*/ 42278 h 3961862"/>
                <a:gd name="connsiteX2" fmla="*/ 5032490 w 5311374"/>
                <a:gd name="connsiteY2" fmla="*/ 3642477 h 3961862"/>
                <a:gd name="connsiteX3" fmla="*/ 116397 w 5311374"/>
                <a:gd name="connsiteY3" fmla="*/ 2487445 h 3961862"/>
                <a:gd name="connsiteX0" fmla="*/ 116397 w 5759583"/>
                <a:gd name="connsiteY0" fmla="*/ 2487445 h 3799980"/>
                <a:gd name="connsiteX1" fmla="*/ 3232170 w 5759583"/>
                <a:gd name="connsiteY1" fmla="*/ 42278 h 3799980"/>
                <a:gd name="connsiteX2" fmla="*/ 5032490 w 5759583"/>
                <a:gd name="connsiteY2" fmla="*/ 3642477 h 3799980"/>
                <a:gd name="connsiteX3" fmla="*/ 116397 w 5759583"/>
                <a:gd name="connsiteY3" fmla="*/ 2487445 h 3799980"/>
                <a:gd name="connsiteX0" fmla="*/ 116397 w 6115206"/>
                <a:gd name="connsiteY0" fmla="*/ 2487445 h 3807611"/>
                <a:gd name="connsiteX1" fmla="*/ 3232170 w 6115206"/>
                <a:gd name="connsiteY1" fmla="*/ 42278 h 3807611"/>
                <a:gd name="connsiteX2" fmla="*/ 5032490 w 6115206"/>
                <a:gd name="connsiteY2" fmla="*/ 3642477 h 3807611"/>
                <a:gd name="connsiteX3" fmla="*/ 116397 w 6115206"/>
                <a:gd name="connsiteY3" fmla="*/ 2487445 h 3807611"/>
                <a:gd name="connsiteX0" fmla="*/ 116397 w 6206862"/>
                <a:gd name="connsiteY0" fmla="*/ 2487445 h 3799576"/>
                <a:gd name="connsiteX1" fmla="*/ 3232170 w 6206862"/>
                <a:gd name="connsiteY1" fmla="*/ 42278 h 3799576"/>
                <a:gd name="connsiteX2" fmla="*/ 5032490 w 6206862"/>
                <a:gd name="connsiteY2" fmla="*/ 3642477 h 3799576"/>
                <a:gd name="connsiteX3" fmla="*/ 116397 w 6206862"/>
                <a:gd name="connsiteY3" fmla="*/ 2487445 h 3799576"/>
                <a:gd name="connsiteX0" fmla="*/ 124476 w 6214941"/>
                <a:gd name="connsiteY0" fmla="*/ 2454008 h 3766139"/>
                <a:gd name="connsiteX1" fmla="*/ 3240249 w 6214941"/>
                <a:gd name="connsiteY1" fmla="*/ 8841 h 3766139"/>
                <a:gd name="connsiteX2" fmla="*/ 5040569 w 6214941"/>
                <a:gd name="connsiteY2" fmla="*/ 3609040 h 3766139"/>
                <a:gd name="connsiteX3" fmla="*/ 124476 w 6214941"/>
                <a:gd name="connsiteY3" fmla="*/ 2454008 h 3766139"/>
                <a:gd name="connsiteX0" fmla="*/ 124476 w 6397505"/>
                <a:gd name="connsiteY0" fmla="*/ 2454008 h 3930790"/>
                <a:gd name="connsiteX1" fmla="*/ 3240249 w 6397505"/>
                <a:gd name="connsiteY1" fmla="*/ 8841 h 3930790"/>
                <a:gd name="connsiteX2" fmla="*/ 5040569 w 6397505"/>
                <a:gd name="connsiteY2" fmla="*/ 3609040 h 3930790"/>
                <a:gd name="connsiteX3" fmla="*/ 124476 w 6397505"/>
                <a:gd name="connsiteY3" fmla="*/ 2454008 h 3930790"/>
                <a:gd name="connsiteX0" fmla="*/ 159282 w 6432311"/>
                <a:gd name="connsiteY0" fmla="*/ 2456586 h 3933368"/>
                <a:gd name="connsiteX1" fmla="*/ 3275055 w 6432311"/>
                <a:gd name="connsiteY1" fmla="*/ 11419 h 3933368"/>
                <a:gd name="connsiteX2" fmla="*/ 5075375 w 6432311"/>
                <a:gd name="connsiteY2" fmla="*/ 3611618 h 3933368"/>
                <a:gd name="connsiteX3" fmla="*/ 159282 w 6432311"/>
                <a:gd name="connsiteY3" fmla="*/ 2456586 h 3933368"/>
                <a:gd name="connsiteX0" fmla="*/ 159282 w 6599093"/>
                <a:gd name="connsiteY0" fmla="*/ 2456586 h 3932011"/>
                <a:gd name="connsiteX1" fmla="*/ 3275055 w 6599093"/>
                <a:gd name="connsiteY1" fmla="*/ 11419 h 3932011"/>
                <a:gd name="connsiteX2" fmla="*/ 5075375 w 6599093"/>
                <a:gd name="connsiteY2" fmla="*/ 3611618 h 3932011"/>
                <a:gd name="connsiteX3" fmla="*/ 159282 w 6599093"/>
                <a:gd name="connsiteY3" fmla="*/ 2456586 h 3932011"/>
                <a:gd name="connsiteX0" fmla="*/ 26590 w 6423987"/>
                <a:gd name="connsiteY0" fmla="*/ 2451701 h 4246435"/>
                <a:gd name="connsiteX1" fmla="*/ 3142363 w 6423987"/>
                <a:gd name="connsiteY1" fmla="*/ 6534 h 4246435"/>
                <a:gd name="connsiteX2" fmla="*/ 4875447 w 6423987"/>
                <a:gd name="connsiteY2" fmla="*/ 3942910 h 4246435"/>
                <a:gd name="connsiteX3" fmla="*/ 26590 w 6423987"/>
                <a:gd name="connsiteY3" fmla="*/ 2451701 h 4246435"/>
                <a:gd name="connsiteX0" fmla="*/ 96204 w 6493601"/>
                <a:gd name="connsiteY0" fmla="*/ 2456221 h 4250955"/>
                <a:gd name="connsiteX1" fmla="*/ 3211977 w 6493601"/>
                <a:gd name="connsiteY1" fmla="*/ 11054 h 4250955"/>
                <a:gd name="connsiteX2" fmla="*/ 4945061 w 6493601"/>
                <a:gd name="connsiteY2" fmla="*/ 3947430 h 4250955"/>
                <a:gd name="connsiteX3" fmla="*/ 96204 w 6493601"/>
                <a:gd name="connsiteY3" fmla="*/ 2456221 h 4250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3601" h="4250955">
                  <a:moveTo>
                    <a:pt x="96204" y="2456221"/>
                  </a:moveTo>
                  <a:cubicBezTo>
                    <a:pt x="-515372" y="952994"/>
                    <a:pt x="1939438" y="-121529"/>
                    <a:pt x="3211977" y="11054"/>
                  </a:cubicBezTo>
                  <a:cubicBezTo>
                    <a:pt x="7012563" y="291555"/>
                    <a:pt x="7403564" y="5551062"/>
                    <a:pt x="4945061" y="3947430"/>
                  </a:cubicBezTo>
                  <a:cubicBezTo>
                    <a:pt x="2486558" y="2343798"/>
                    <a:pt x="707780" y="3959448"/>
                    <a:pt x="96204" y="245622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B1364C5-0685-D839-BC26-8180A8B22B0B}"/>
                </a:ext>
              </a:extLst>
            </p:cNvPr>
            <p:cNvSpPr/>
            <p:nvPr userDrawn="1"/>
          </p:nvSpPr>
          <p:spPr>
            <a:xfrm>
              <a:off x="626466" y="172278"/>
              <a:ext cx="11009175" cy="6550785"/>
            </a:xfrm>
            <a:custGeom>
              <a:avLst/>
              <a:gdLst>
                <a:gd name="connsiteX0" fmla="*/ 5671719 w 11009175"/>
                <a:gd name="connsiteY0" fmla="*/ 133 h 6544064"/>
                <a:gd name="connsiteX1" fmla="*/ 8888406 w 11009175"/>
                <a:gd name="connsiteY1" fmla="*/ 5225085 h 6544064"/>
                <a:gd name="connsiteX2" fmla="*/ 579340 w 11009175"/>
                <a:gd name="connsiteY2" fmla="*/ 5973973 h 6544064"/>
                <a:gd name="connsiteX3" fmla="*/ 3799737 w 11009175"/>
                <a:gd name="connsiteY3" fmla="*/ 312285 h 6544064"/>
                <a:gd name="connsiteX4" fmla="*/ 5671719 w 11009175"/>
                <a:gd name="connsiteY4" fmla="*/ 133 h 6544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09175" h="6544064">
                  <a:moveTo>
                    <a:pt x="5671719" y="133"/>
                  </a:moveTo>
                  <a:cubicBezTo>
                    <a:pt x="10502895" y="-32605"/>
                    <a:pt x="13110484" y="6035901"/>
                    <a:pt x="8888406" y="5225085"/>
                  </a:cubicBezTo>
                  <a:cubicBezTo>
                    <a:pt x="4147828" y="4314695"/>
                    <a:pt x="2446109" y="7881365"/>
                    <a:pt x="579340" y="5973973"/>
                  </a:cubicBezTo>
                  <a:cubicBezTo>
                    <a:pt x="-1287429" y="4066581"/>
                    <a:pt x="1780200" y="902713"/>
                    <a:pt x="3799737" y="312285"/>
                  </a:cubicBezTo>
                  <a:cubicBezTo>
                    <a:pt x="4451579" y="100191"/>
                    <a:pt x="5078417" y="4154"/>
                    <a:pt x="5671719" y="13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en-US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021FBE0-4CDE-4A8E-E778-00A3B9B50523}"/>
                </a:ext>
              </a:extLst>
            </p:cNvPr>
            <p:cNvSpPr/>
            <p:nvPr userDrawn="1"/>
          </p:nvSpPr>
          <p:spPr>
            <a:xfrm>
              <a:off x="6901379" y="-436534"/>
              <a:ext cx="2264079" cy="2285972"/>
            </a:xfrm>
            <a:custGeom>
              <a:avLst/>
              <a:gdLst>
                <a:gd name="connsiteX0" fmla="*/ 831964 w 1880411"/>
                <a:gd name="connsiteY0" fmla="*/ 1 h 1898594"/>
                <a:gd name="connsiteX1" fmla="*/ 1624530 w 1880411"/>
                <a:gd name="connsiteY1" fmla="*/ 228196 h 1898594"/>
                <a:gd name="connsiteX2" fmla="*/ 1527767 w 1880411"/>
                <a:gd name="connsiteY2" fmla="*/ 1893513 h 1898594"/>
                <a:gd name="connsiteX3" fmla="*/ 70 w 1880411"/>
                <a:gd name="connsiteY3" fmla="*/ 463167 h 1898594"/>
                <a:gd name="connsiteX4" fmla="*/ 831964 w 1880411"/>
                <a:gd name="connsiteY4" fmla="*/ 1 h 1898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0411" h="1898594">
                  <a:moveTo>
                    <a:pt x="831964" y="1"/>
                  </a:moveTo>
                  <a:cubicBezTo>
                    <a:pt x="1159479" y="-120"/>
                    <a:pt x="1489430" y="83433"/>
                    <a:pt x="1624530" y="228196"/>
                  </a:cubicBezTo>
                  <a:cubicBezTo>
                    <a:pt x="1933330" y="559082"/>
                    <a:pt x="2030335" y="1811248"/>
                    <a:pt x="1527767" y="1893513"/>
                  </a:cubicBezTo>
                  <a:cubicBezTo>
                    <a:pt x="1025200" y="1975779"/>
                    <a:pt x="11204" y="1040120"/>
                    <a:pt x="70" y="463167"/>
                  </a:cubicBezTo>
                  <a:cubicBezTo>
                    <a:pt x="-6193" y="138631"/>
                    <a:pt x="410873" y="157"/>
                    <a:pt x="831964" y="1"/>
                  </a:cubicBezTo>
                  <a:close/>
                </a:path>
              </a:pathLst>
            </a:custGeom>
            <a:noFill/>
            <a:ln w="412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en-US" dirty="0"/>
            </a:p>
          </p:txBody>
        </p: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A8A6D1C5-FBBE-8B6A-9C52-07C6B4B851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42435" y="673241"/>
            <a:ext cx="7316926" cy="4089678"/>
          </a:xfrm>
        </p:spPr>
        <p:txBody>
          <a:bodyPr anchor="b">
            <a:noAutofit/>
          </a:bodyPr>
          <a:lstStyle>
            <a:lvl1pPr algn="ctr">
              <a:defRPr sz="4800" b="1" spc="15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34D9BA2A-91FA-BE59-F6BC-05DA1E9CC5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42086" y="4887494"/>
            <a:ext cx="7325086" cy="365125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05829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27F4C644-32C3-F7DD-A174-3863754DEE65}"/>
              </a:ext>
            </a:extLst>
          </p:cNvPr>
          <p:cNvGrpSpPr/>
          <p:nvPr userDrawn="1"/>
        </p:nvGrpSpPr>
        <p:grpSpPr>
          <a:xfrm>
            <a:off x="10065759" y="-547767"/>
            <a:ext cx="3675234" cy="5219267"/>
            <a:chOff x="10065759" y="-547767"/>
            <a:chExt cx="3675234" cy="5219267"/>
          </a:xfrm>
        </p:grpSpPr>
        <p:sp>
          <p:nvSpPr>
            <p:cNvPr id="16" name="Triangle 2">
              <a:extLst>
                <a:ext uri="{FF2B5EF4-FFF2-40B4-BE49-F238E27FC236}">
                  <a16:creationId xmlns:a16="http://schemas.microsoft.com/office/drawing/2014/main" id="{71051A3C-70CE-B5D4-7830-0CDB0939CF20}"/>
                </a:ext>
              </a:extLst>
            </p:cNvPr>
            <p:cNvSpPr/>
            <p:nvPr userDrawn="1"/>
          </p:nvSpPr>
          <p:spPr>
            <a:xfrm rot="18063433">
              <a:off x="9896889" y="2563121"/>
              <a:ext cx="2243660" cy="1905920"/>
            </a:xfrm>
            <a:custGeom>
              <a:avLst/>
              <a:gdLst>
                <a:gd name="connsiteX0" fmla="*/ 0 w 4306493"/>
                <a:gd name="connsiteY0" fmla="*/ 3712494 h 3712494"/>
                <a:gd name="connsiteX1" fmla="*/ 2153247 w 4306493"/>
                <a:gd name="connsiteY1" fmla="*/ 0 h 3712494"/>
                <a:gd name="connsiteX2" fmla="*/ 4306493 w 4306493"/>
                <a:gd name="connsiteY2" fmla="*/ 3712494 h 3712494"/>
                <a:gd name="connsiteX3" fmla="*/ 0 w 4306493"/>
                <a:gd name="connsiteY3" fmla="*/ 3712494 h 3712494"/>
                <a:gd name="connsiteX0" fmla="*/ 0 w 4306493"/>
                <a:gd name="connsiteY0" fmla="*/ 3696452 h 3696452"/>
                <a:gd name="connsiteX1" fmla="*/ 2329710 w 4306493"/>
                <a:gd name="connsiteY1" fmla="*/ 0 h 3696452"/>
                <a:gd name="connsiteX2" fmla="*/ 4306493 w 4306493"/>
                <a:gd name="connsiteY2" fmla="*/ 3696452 h 3696452"/>
                <a:gd name="connsiteX3" fmla="*/ 0 w 4306493"/>
                <a:gd name="connsiteY3" fmla="*/ 3696452 h 3696452"/>
                <a:gd name="connsiteX0" fmla="*/ 37309 w 4402235"/>
                <a:gd name="connsiteY0" fmla="*/ 3696452 h 3696452"/>
                <a:gd name="connsiteX1" fmla="*/ 2367019 w 4402235"/>
                <a:gd name="connsiteY1" fmla="*/ 0 h 3696452"/>
                <a:gd name="connsiteX2" fmla="*/ 4343802 w 4402235"/>
                <a:gd name="connsiteY2" fmla="*/ 3696452 h 3696452"/>
                <a:gd name="connsiteX3" fmla="*/ 37309 w 4402235"/>
                <a:gd name="connsiteY3" fmla="*/ 3696452 h 3696452"/>
                <a:gd name="connsiteX0" fmla="*/ 37309 w 4758551"/>
                <a:gd name="connsiteY0" fmla="*/ 3696452 h 3696452"/>
                <a:gd name="connsiteX1" fmla="*/ 2367019 w 4758551"/>
                <a:gd name="connsiteY1" fmla="*/ 0 h 3696452"/>
                <a:gd name="connsiteX2" fmla="*/ 4343802 w 4758551"/>
                <a:gd name="connsiteY2" fmla="*/ 3696452 h 3696452"/>
                <a:gd name="connsiteX3" fmla="*/ 37309 w 4758551"/>
                <a:gd name="connsiteY3" fmla="*/ 3696452 h 3696452"/>
                <a:gd name="connsiteX0" fmla="*/ 379572 w 5100814"/>
                <a:gd name="connsiteY0" fmla="*/ 3696452 h 3696452"/>
                <a:gd name="connsiteX1" fmla="*/ 2709282 w 5100814"/>
                <a:gd name="connsiteY1" fmla="*/ 0 h 3696452"/>
                <a:gd name="connsiteX2" fmla="*/ 4686065 w 5100814"/>
                <a:gd name="connsiteY2" fmla="*/ 3696452 h 3696452"/>
                <a:gd name="connsiteX3" fmla="*/ 379572 w 5100814"/>
                <a:gd name="connsiteY3" fmla="*/ 3696452 h 3696452"/>
                <a:gd name="connsiteX0" fmla="*/ 527795 w 5425824"/>
                <a:gd name="connsiteY0" fmla="*/ 3696657 h 3696657"/>
                <a:gd name="connsiteX1" fmla="*/ 2857505 w 5425824"/>
                <a:gd name="connsiteY1" fmla="*/ 205 h 3696657"/>
                <a:gd name="connsiteX2" fmla="*/ 4834288 w 5425824"/>
                <a:gd name="connsiteY2" fmla="*/ 3696657 h 3696657"/>
                <a:gd name="connsiteX3" fmla="*/ 527795 w 5425824"/>
                <a:gd name="connsiteY3" fmla="*/ 3696657 h 3696657"/>
                <a:gd name="connsiteX0" fmla="*/ 507350 w 5405379"/>
                <a:gd name="connsiteY0" fmla="*/ 3696679 h 3853535"/>
                <a:gd name="connsiteX1" fmla="*/ 2837060 w 5405379"/>
                <a:gd name="connsiteY1" fmla="*/ 227 h 3853535"/>
                <a:gd name="connsiteX2" fmla="*/ 4813843 w 5405379"/>
                <a:gd name="connsiteY2" fmla="*/ 3696679 h 3853535"/>
                <a:gd name="connsiteX3" fmla="*/ 507350 w 5405379"/>
                <a:gd name="connsiteY3" fmla="*/ 3696679 h 3853535"/>
                <a:gd name="connsiteX0" fmla="*/ 321130 w 5326541"/>
                <a:gd name="connsiteY0" fmla="*/ 2552473 h 3795422"/>
                <a:gd name="connsiteX1" fmla="*/ 3260440 w 5326541"/>
                <a:gd name="connsiteY1" fmla="*/ 11053 h 3795422"/>
                <a:gd name="connsiteX2" fmla="*/ 5237223 w 5326541"/>
                <a:gd name="connsiteY2" fmla="*/ 3707505 h 3795422"/>
                <a:gd name="connsiteX3" fmla="*/ 321130 w 5326541"/>
                <a:gd name="connsiteY3" fmla="*/ 2552473 h 3795422"/>
                <a:gd name="connsiteX0" fmla="*/ 131275 w 5136686"/>
                <a:gd name="connsiteY0" fmla="*/ 2556035 h 3848881"/>
                <a:gd name="connsiteX1" fmla="*/ 3070585 w 5136686"/>
                <a:gd name="connsiteY1" fmla="*/ 14615 h 3848881"/>
                <a:gd name="connsiteX2" fmla="*/ 5047368 w 5136686"/>
                <a:gd name="connsiteY2" fmla="*/ 3711067 h 3848881"/>
                <a:gd name="connsiteX3" fmla="*/ 131275 w 5136686"/>
                <a:gd name="connsiteY3" fmla="*/ 2556035 h 3848881"/>
                <a:gd name="connsiteX0" fmla="*/ 139833 w 5155503"/>
                <a:gd name="connsiteY0" fmla="*/ 2577742 h 3870588"/>
                <a:gd name="connsiteX1" fmla="*/ 3079143 w 5155503"/>
                <a:gd name="connsiteY1" fmla="*/ 36322 h 3870588"/>
                <a:gd name="connsiteX2" fmla="*/ 5055926 w 5155503"/>
                <a:gd name="connsiteY2" fmla="*/ 3732774 h 3870588"/>
                <a:gd name="connsiteX3" fmla="*/ 139833 w 5155503"/>
                <a:gd name="connsiteY3" fmla="*/ 2577742 h 3870588"/>
                <a:gd name="connsiteX0" fmla="*/ 26029 w 5061836"/>
                <a:gd name="connsiteY0" fmla="*/ 2477397 h 3730043"/>
                <a:gd name="connsiteX1" fmla="*/ 3141802 w 5061836"/>
                <a:gd name="connsiteY1" fmla="*/ 32230 h 3730043"/>
                <a:gd name="connsiteX2" fmla="*/ 4942122 w 5061836"/>
                <a:gd name="connsiteY2" fmla="*/ 3632429 h 3730043"/>
                <a:gd name="connsiteX3" fmla="*/ 26029 w 5061836"/>
                <a:gd name="connsiteY3" fmla="*/ 2477397 h 3730043"/>
                <a:gd name="connsiteX0" fmla="*/ 116397 w 5152204"/>
                <a:gd name="connsiteY0" fmla="*/ 2487445 h 3802029"/>
                <a:gd name="connsiteX1" fmla="*/ 3232170 w 5152204"/>
                <a:gd name="connsiteY1" fmla="*/ 42278 h 3802029"/>
                <a:gd name="connsiteX2" fmla="*/ 5032490 w 5152204"/>
                <a:gd name="connsiteY2" fmla="*/ 3642477 h 3802029"/>
                <a:gd name="connsiteX3" fmla="*/ 116397 w 5152204"/>
                <a:gd name="connsiteY3" fmla="*/ 2487445 h 3802029"/>
                <a:gd name="connsiteX0" fmla="*/ 116397 w 5311374"/>
                <a:gd name="connsiteY0" fmla="*/ 2487445 h 3961862"/>
                <a:gd name="connsiteX1" fmla="*/ 3232170 w 5311374"/>
                <a:gd name="connsiteY1" fmla="*/ 42278 h 3961862"/>
                <a:gd name="connsiteX2" fmla="*/ 5032490 w 5311374"/>
                <a:gd name="connsiteY2" fmla="*/ 3642477 h 3961862"/>
                <a:gd name="connsiteX3" fmla="*/ 116397 w 5311374"/>
                <a:gd name="connsiteY3" fmla="*/ 2487445 h 3961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11374" h="3961862">
                  <a:moveTo>
                    <a:pt x="116397" y="2487445"/>
                  </a:moveTo>
                  <a:cubicBezTo>
                    <a:pt x="-600751" y="1293854"/>
                    <a:pt x="2188231" y="-278564"/>
                    <a:pt x="3232170" y="42278"/>
                  </a:cubicBezTo>
                  <a:cubicBezTo>
                    <a:pt x="4276109" y="363120"/>
                    <a:pt x="5984922" y="2865980"/>
                    <a:pt x="5032490" y="3642477"/>
                  </a:cubicBezTo>
                  <a:cubicBezTo>
                    <a:pt x="4080058" y="4418974"/>
                    <a:pt x="833545" y="3681036"/>
                    <a:pt x="116397" y="248744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Triangle 2">
              <a:extLst>
                <a:ext uri="{FF2B5EF4-FFF2-40B4-BE49-F238E27FC236}">
                  <a16:creationId xmlns:a16="http://schemas.microsoft.com/office/drawing/2014/main" id="{0996D948-2323-22CB-6F86-C41285C89B92}"/>
                </a:ext>
              </a:extLst>
            </p:cNvPr>
            <p:cNvSpPr/>
            <p:nvPr userDrawn="1"/>
          </p:nvSpPr>
          <p:spPr>
            <a:xfrm rot="16535288">
              <a:off x="10076622" y="177133"/>
              <a:ext cx="4197907" cy="2748107"/>
            </a:xfrm>
            <a:custGeom>
              <a:avLst/>
              <a:gdLst>
                <a:gd name="connsiteX0" fmla="*/ 0 w 4306493"/>
                <a:gd name="connsiteY0" fmla="*/ 3712494 h 3712494"/>
                <a:gd name="connsiteX1" fmla="*/ 2153247 w 4306493"/>
                <a:gd name="connsiteY1" fmla="*/ 0 h 3712494"/>
                <a:gd name="connsiteX2" fmla="*/ 4306493 w 4306493"/>
                <a:gd name="connsiteY2" fmla="*/ 3712494 h 3712494"/>
                <a:gd name="connsiteX3" fmla="*/ 0 w 4306493"/>
                <a:gd name="connsiteY3" fmla="*/ 3712494 h 3712494"/>
                <a:gd name="connsiteX0" fmla="*/ 0 w 4306493"/>
                <a:gd name="connsiteY0" fmla="*/ 3696452 h 3696452"/>
                <a:gd name="connsiteX1" fmla="*/ 2329710 w 4306493"/>
                <a:gd name="connsiteY1" fmla="*/ 0 h 3696452"/>
                <a:gd name="connsiteX2" fmla="*/ 4306493 w 4306493"/>
                <a:gd name="connsiteY2" fmla="*/ 3696452 h 3696452"/>
                <a:gd name="connsiteX3" fmla="*/ 0 w 4306493"/>
                <a:gd name="connsiteY3" fmla="*/ 3696452 h 3696452"/>
                <a:gd name="connsiteX0" fmla="*/ 37309 w 4402235"/>
                <a:gd name="connsiteY0" fmla="*/ 3696452 h 3696452"/>
                <a:gd name="connsiteX1" fmla="*/ 2367019 w 4402235"/>
                <a:gd name="connsiteY1" fmla="*/ 0 h 3696452"/>
                <a:gd name="connsiteX2" fmla="*/ 4343802 w 4402235"/>
                <a:gd name="connsiteY2" fmla="*/ 3696452 h 3696452"/>
                <a:gd name="connsiteX3" fmla="*/ 37309 w 4402235"/>
                <a:gd name="connsiteY3" fmla="*/ 3696452 h 3696452"/>
                <a:gd name="connsiteX0" fmla="*/ 37309 w 4758551"/>
                <a:gd name="connsiteY0" fmla="*/ 3696452 h 3696452"/>
                <a:gd name="connsiteX1" fmla="*/ 2367019 w 4758551"/>
                <a:gd name="connsiteY1" fmla="*/ 0 h 3696452"/>
                <a:gd name="connsiteX2" fmla="*/ 4343802 w 4758551"/>
                <a:gd name="connsiteY2" fmla="*/ 3696452 h 3696452"/>
                <a:gd name="connsiteX3" fmla="*/ 37309 w 4758551"/>
                <a:gd name="connsiteY3" fmla="*/ 3696452 h 3696452"/>
                <a:gd name="connsiteX0" fmla="*/ 379572 w 5100814"/>
                <a:gd name="connsiteY0" fmla="*/ 3696452 h 3696452"/>
                <a:gd name="connsiteX1" fmla="*/ 2709282 w 5100814"/>
                <a:gd name="connsiteY1" fmla="*/ 0 h 3696452"/>
                <a:gd name="connsiteX2" fmla="*/ 4686065 w 5100814"/>
                <a:gd name="connsiteY2" fmla="*/ 3696452 h 3696452"/>
                <a:gd name="connsiteX3" fmla="*/ 379572 w 5100814"/>
                <a:gd name="connsiteY3" fmla="*/ 3696452 h 3696452"/>
                <a:gd name="connsiteX0" fmla="*/ 527795 w 5425824"/>
                <a:gd name="connsiteY0" fmla="*/ 3696657 h 3696657"/>
                <a:gd name="connsiteX1" fmla="*/ 2857505 w 5425824"/>
                <a:gd name="connsiteY1" fmla="*/ 205 h 3696657"/>
                <a:gd name="connsiteX2" fmla="*/ 4834288 w 5425824"/>
                <a:gd name="connsiteY2" fmla="*/ 3696657 h 3696657"/>
                <a:gd name="connsiteX3" fmla="*/ 527795 w 5425824"/>
                <a:gd name="connsiteY3" fmla="*/ 3696657 h 3696657"/>
                <a:gd name="connsiteX0" fmla="*/ 507350 w 5405379"/>
                <a:gd name="connsiteY0" fmla="*/ 3696679 h 3853535"/>
                <a:gd name="connsiteX1" fmla="*/ 2837060 w 5405379"/>
                <a:gd name="connsiteY1" fmla="*/ 227 h 3853535"/>
                <a:gd name="connsiteX2" fmla="*/ 4813843 w 5405379"/>
                <a:gd name="connsiteY2" fmla="*/ 3696679 h 3853535"/>
                <a:gd name="connsiteX3" fmla="*/ 507350 w 5405379"/>
                <a:gd name="connsiteY3" fmla="*/ 3696679 h 3853535"/>
                <a:gd name="connsiteX0" fmla="*/ 321130 w 5326541"/>
                <a:gd name="connsiteY0" fmla="*/ 2552473 h 3795422"/>
                <a:gd name="connsiteX1" fmla="*/ 3260440 w 5326541"/>
                <a:gd name="connsiteY1" fmla="*/ 11053 h 3795422"/>
                <a:gd name="connsiteX2" fmla="*/ 5237223 w 5326541"/>
                <a:gd name="connsiteY2" fmla="*/ 3707505 h 3795422"/>
                <a:gd name="connsiteX3" fmla="*/ 321130 w 5326541"/>
                <a:gd name="connsiteY3" fmla="*/ 2552473 h 3795422"/>
                <a:gd name="connsiteX0" fmla="*/ 131275 w 5136686"/>
                <a:gd name="connsiteY0" fmla="*/ 2556035 h 3848881"/>
                <a:gd name="connsiteX1" fmla="*/ 3070585 w 5136686"/>
                <a:gd name="connsiteY1" fmla="*/ 14615 h 3848881"/>
                <a:gd name="connsiteX2" fmla="*/ 5047368 w 5136686"/>
                <a:gd name="connsiteY2" fmla="*/ 3711067 h 3848881"/>
                <a:gd name="connsiteX3" fmla="*/ 131275 w 5136686"/>
                <a:gd name="connsiteY3" fmla="*/ 2556035 h 3848881"/>
                <a:gd name="connsiteX0" fmla="*/ 139833 w 5155503"/>
                <a:gd name="connsiteY0" fmla="*/ 2577742 h 3870588"/>
                <a:gd name="connsiteX1" fmla="*/ 3079143 w 5155503"/>
                <a:gd name="connsiteY1" fmla="*/ 36322 h 3870588"/>
                <a:gd name="connsiteX2" fmla="*/ 5055926 w 5155503"/>
                <a:gd name="connsiteY2" fmla="*/ 3732774 h 3870588"/>
                <a:gd name="connsiteX3" fmla="*/ 139833 w 5155503"/>
                <a:gd name="connsiteY3" fmla="*/ 2577742 h 3870588"/>
                <a:gd name="connsiteX0" fmla="*/ 26029 w 5061836"/>
                <a:gd name="connsiteY0" fmla="*/ 2477397 h 3730043"/>
                <a:gd name="connsiteX1" fmla="*/ 3141802 w 5061836"/>
                <a:gd name="connsiteY1" fmla="*/ 32230 h 3730043"/>
                <a:gd name="connsiteX2" fmla="*/ 4942122 w 5061836"/>
                <a:gd name="connsiteY2" fmla="*/ 3632429 h 3730043"/>
                <a:gd name="connsiteX3" fmla="*/ 26029 w 5061836"/>
                <a:gd name="connsiteY3" fmla="*/ 2477397 h 3730043"/>
                <a:gd name="connsiteX0" fmla="*/ 116397 w 5152204"/>
                <a:gd name="connsiteY0" fmla="*/ 2487445 h 3802029"/>
                <a:gd name="connsiteX1" fmla="*/ 3232170 w 5152204"/>
                <a:gd name="connsiteY1" fmla="*/ 42278 h 3802029"/>
                <a:gd name="connsiteX2" fmla="*/ 5032490 w 5152204"/>
                <a:gd name="connsiteY2" fmla="*/ 3642477 h 3802029"/>
                <a:gd name="connsiteX3" fmla="*/ 116397 w 5152204"/>
                <a:gd name="connsiteY3" fmla="*/ 2487445 h 3802029"/>
                <a:gd name="connsiteX0" fmla="*/ 116397 w 5311374"/>
                <a:gd name="connsiteY0" fmla="*/ 2487445 h 3961862"/>
                <a:gd name="connsiteX1" fmla="*/ 3232170 w 5311374"/>
                <a:gd name="connsiteY1" fmla="*/ 42278 h 3961862"/>
                <a:gd name="connsiteX2" fmla="*/ 5032490 w 5311374"/>
                <a:gd name="connsiteY2" fmla="*/ 3642477 h 3961862"/>
                <a:gd name="connsiteX3" fmla="*/ 116397 w 5311374"/>
                <a:gd name="connsiteY3" fmla="*/ 2487445 h 3961862"/>
                <a:gd name="connsiteX0" fmla="*/ 116397 w 5759583"/>
                <a:gd name="connsiteY0" fmla="*/ 2487445 h 3799980"/>
                <a:gd name="connsiteX1" fmla="*/ 3232170 w 5759583"/>
                <a:gd name="connsiteY1" fmla="*/ 42278 h 3799980"/>
                <a:gd name="connsiteX2" fmla="*/ 5032490 w 5759583"/>
                <a:gd name="connsiteY2" fmla="*/ 3642477 h 3799980"/>
                <a:gd name="connsiteX3" fmla="*/ 116397 w 5759583"/>
                <a:gd name="connsiteY3" fmla="*/ 2487445 h 3799980"/>
                <a:gd name="connsiteX0" fmla="*/ 116397 w 6115206"/>
                <a:gd name="connsiteY0" fmla="*/ 2487445 h 3807611"/>
                <a:gd name="connsiteX1" fmla="*/ 3232170 w 6115206"/>
                <a:gd name="connsiteY1" fmla="*/ 42278 h 3807611"/>
                <a:gd name="connsiteX2" fmla="*/ 5032490 w 6115206"/>
                <a:gd name="connsiteY2" fmla="*/ 3642477 h 3807611"/>
                <a:gd name="connsiteX3" fmla="*/ 116397 w 6115206"/>
                <a:gd name="connsiteY3" fmla="*/ 2487445 h 3807611"/>
                <a:gd name="connsiteX0" fmla="*/ 116397 w 6206862"/>
                <a:gd name="connsiteY0" fmla="*/ 2487445 h 3799576"/>
                <a:gd name="connsiteX1" fmla="*/ 3232170 w 6206862"/>
                <a:gd name="connsiteY1" fmla="*/ 42278 h 3799576"/>
                <a:gd name="connsiteX2" fmla="*/ 5032490 w 6206862"/>
                <a:gd name="connsiteY2" fmla="*/ 3642477 h 3799576"/>
                <a:gd name="connsiteX3" fmla="*/ 116397 w 6206862"/>
                <a:gd name="connsiteY3" fmla="*/ 2487445 h 3799576"/>
                <a:gd name="connsiteX0" fmla="*/ 124476 w 6214941"/>
                <a:gd name="connsiteY0" fmla="*/ 2454008 h 3766139"/>
                <a:gd name="connsiteX1" fmla="*/ 3240249 w 6214941"/>
                <a:gd name="connsiteY1" fmla="*/ 8841 h 3766139"/>
                <a:gd name="connsiteX2" fmla="*/ 5040569 w 6214941"/>
                <a:gd name="connsiteY2" fmla="*/ 3609040 h 3766139"/>
                <a:gd name="connsiteX3" fmla="*/ 124476 w 6214941"/>
                <a:gd name="connsiteY3" fmla="*/ 2454008 h 3766139"/>
                <a:gd name="connsiteX0" fmla="*/ 124476 w 6397505"/>
                <a:gd name="connsiteY0" fmla="*/ 2454008 h 3930790"/>
                <a:gd name="connsiteX1" fmla="*/ 3240249 w 6397505"/>
                <a:gd name="connsiteY1" fmla="*/ 8841 h 3930790"/>
                <a:gd name="connsiteX2" fmla="*/ 5040569 w 6397505"/>
                <a:gd name="connsiteY2" fmla="*/ 3609040 h 3930790"/>
                <a:gd name="connsiteX3" fmla="*/ 124476 w 6397505"/>
                <a:gd name="connsiteY3" fmla="*/ 2454008 h 3930790"/>
                <a:gd name="connsiteX0" fmla="*/ 159282 w 6432311"/>
                <a:gd name="connsiteY0" fmla="*/ 2456586 h 3933368"/>
                <a:gd name="connsiteX1" fmla="*/ 3275055 w 6432311"/>
                <a:gd name="connsiteY1" fmla="*/ 11419 h 3933368"/>
                <a:gd name="connsiteX2" fmla="*/ 5075375 w 6432311"/>
                <a:gd name="connsiteY2" fmla="*/ 3611618 h 3933368"/>
                <a:gd name="connsiteX3" fmla="*/ 159282 w 6432311"/>
                <a:gd name="connsiteY3" fmla="*/ 2456586 h 3933368"/>
                <a:gd name="connsiteX0" fmla="*/ 159282 w 6599093"/>
                <a:gd name="connsiteY0" fmla="*/ 2456586 h 3932011"/>
                <a:gd name="connsiteX1" fmla="*/ 3275055 w 6599093"/>
                <a:gd name="connsiteY1" fmla="*/ 11419 h 3932011"/>
                <a:gd name="connsiteX2" fmla="*/ 5075375 w 6599093"/>
                <a:gd name="connsiteY2" fmla="*/ 3611618 h 3932011"/>
                <a:gd name="connsiteX3" fmla="*/ 159282 w 6599093"/>
                <a:gd name="connsiteY3" fmla="*/ 2456586 h 3932011"/>
                <a:gd name="connsiteX0" fmla="*/ 26590 w 6423987"/>
                <a:gd name="connsiteY0" fmla="*/ 2451701 h 4246435"/>
                <a:gd name="connsiteX1" fmla="*/ 3142363 w 6423987"/>
                <a:gd name="connsiteY1" fmla="*/ 6534 h 4246435"/>
                <a:gd name="connsiteX2" fmla="*/ 4875447 w 6423987"/>
                <a:gd name="connsiteY2" fmla="*/ 3942910 h 4246435"/>
                <a:gd name="connsiteX3" fmla="*/ 26590 w 6423987"/>
                <a:gd name="connsiteY3" fmla="*/ 2451701 h 4246435"/>
                <a:gd name="connsiteX0" fmla="*/ 96204 w 6493601"/>
                <a:gd name="connsiteY0" fmla="*/ 2456221 h 4250955"/>
                <a:gd name="connsiteX1" fmla="*/ 3211977 w 6493601"/>
                <a:gd name="connsiteY1" fmla="*/ 11054 h 4250955"/>
                <a:gd name="connsiteX2" fmla="*/ 4945061 w 6493601"/>
                <a:gd name="connsiteY2" fmla="*/ 3947430 h 4250955"/>
                <a:gd name="connsiteX3" fmla="*/ 96204 w 6493601"/>
                <a:gd name="connsiteY3" fmla="*/ 2456221 h 4250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3601" h="4250955">
                  <a:moveTo>
                    <a:pt x="96204" y="2456221"/>
                  </a:moveTo>
                  <a:cubicBezTo>
                    <a:pt x="-515372" y="952994"/>
                    <a:pt x="1939438" y="-121529"/>
                    <a:pt x="3211977" y="11054"/>
                  </a:cubicBezTo>
                  <a:cubicBezTo>
                    <a:pt x="7012563" y="291555"/>
                    <a:pt x="7403564" y="5551062"/>
                    <a:pt x="4945061" y="3947430"/>
                  </a:cubicBezTo>
                  <a:cubicBezTo>
                    <a:pt x="2486558" y="2343798"/>
                    <a:pt x="707780" y="3959448"/>
                    <a:pt x="96204" y="245622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0E46BC7-FECC-267C-346E-C870855B462C}"/>
                </a:ext>
              </a:extLst>
            </p:cNvPr>
            <p:cNvSpPr/>
            <p:nvPr userDrawn="1"/>
          </p:nvSpPr>
          <p:spPr>
            <a:xfrm rot="4082932">
              <a:off x="11171318" y="2101824"/>
              <a:ext cx="2485000" cy="2654351"/>
            </a:xfrm>
            <a:custGeom>
              <a:avLst/>
              <a:gdLst>
                <a:gd name="connsiteX0" fmla="*/ 0 w 1850045"/>
                <a:gd name="connsiteY0" fmla="*/ 925023 h 1850045"/>
                <a:gd name="connsiteX1" fmla="*/ 925023 w 1850045"/>
                <a:gd name="connsiteY1" fmla="*/ 0 h 1850045"/>
                <a:gd name="connsiteX2" fmla="*/ 1850046 w 1850045"/>
                <a:gd name="connsiteY2" fmla="*/ 925023 h 1850045"/>
                <a:gd name="connsiteX3" fmla="*/ 925023 w 1850045"/>
                <a:gd name="connsiteY3" fmla="*/ 1850046 h 1850045"/>
                <a:gd name="connsiteX4" fmla="*/ 0 w 1850045"/>
                <a:gd name="connsiteY4" fmla="*/ 925023 h 1850045"/>
                <a:gd name="connsiteX0" fmla="*/ 5 w 1850051"/>
                <a:gd name="connsiteY0" fmla="*/ 985983 h 1911006"/>
                <a:gd name="connsiteX1" fmla="*/ 914868 w 1850051"/>
                <a:gd name="connsiteY1" fmla="*/ 0 h 1911006"/>
                <a:gd name="connsiteX2" fmla="*/ 1850051 w 1850051"/>
                <a:gd name="connsiteY2" fmla="*/ 985983 h 1911006"/>
                <a:gd name="connsiteX3" fmla="*/ 925028 w 1850051"/>
                <a:gd name="connsiteY3" fmla="*/ 1911006 h 1911006"/>
                <a:gd name="connsiteX4" fmla="*/ 5 w 1850051"/>
                <a:gd name="connsiteY4" fmla="*/ 985983 h 1911006"/>
                <a:gd name="connsiteX0" fmla="*/ 4 w 1789090"/>
                <a:gd name="connsiteY0" fmla="*/ 996147 h 1911013"/>
                <a:gd name="connsiteX1" fmla="*/ 853907 w 1789090"/>
                <a:gd name="connsiteY1" fmla="*/ 4 h 1911013"/>
                <a:gd name="connsiteX2" fmla="*/ 1789090 w 1789090"/>
                <a:gd name="connsiteY2" fmla="*/ 985987 h 1911013"/>
                <a:gd name="connsiteX3" fmla="*/ 864067 w 1789090"/>
                <a:gd name="connsiteY3" fmla="*/ 1911010 h 1911013"/>
                <a:gd name="connsiteX4" fmla="*/ 4 w 1789090"/>
                <a:gd name="connsiteY4" fmla="*/ 996147 h 1911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9090" h="1911013">
                  <a:moveTo>
                    <a:pt x="4" y="996147"/>
                  </a:moveTo>
                  <a:cubicBezTo>
                    <a:pt x="-1689" y="677646"/>
                    <a:pt x="555726" y="1697"/>
                    <a:pt x="853907" y="4"/>
                  </a:cubicBezTo>
                  <a:cubicBezTo>
                    <a:pt x="1152088" y="-1689"/>
                    <a:pt x="1789090" y="475111"/>
                    <a:pt x="1789090" y="985987"/>
                  </a:cubicBezTo>
                  <a:cubicBezTo>
                    <a:pt x="1789090" y="1496863"/>
                    <a:pt x="1162248" y="1909317"/>
                    <a:pt x="864067" y="1911010"/>
                  </a:cubicBezTo>
                  <a:cubicBezTo>
                    <a:pt x="565886" y="1912703"/>
                    <a:pt x="1697" y="1314648"/>
                    <a:pt x="4" y="996147"/>
                  </a:cubicBezTo>
                  <a:close/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24D4796F-00BD-512A-828E-E77C244A7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948" y="1939924"/>
            <a:ext cx="10969451" cy="4400551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2pPr>
            <a:lvl3pPr marL="9144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3pPr>
            <a:lvl4pPr marL="13716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Title Placeholder 1">
            <a:extLst>
              <a:ext uri="{FF2B5EF4-FFF2-40B4-BE49-F238E27FC236}">
                <a16:creationId xmlns:a16="http://schemas.microsoft.com/office/drawing/2014/main" id="{3F01F5C5-0EA0-CA69-CA7E-732760EBA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7" y="525782"/>
            <a:ext cx="109696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Date Placeholder 6">
            <a:extLst>
              <a:ext uri="{FF2B5EF4-FFF2-40B4-BE49-F238E27FC236}">
                <a16:creationId xmlns:a16="http://schemas.microsoft.com/office/drawing/2014/main" id="{9FEBAFE6-85A3-081B-E5F5-021EDA125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7061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Footer Placeholder 7">
            <a:extLst>
              <a:ext uri="{FF2B5EF4-FFF2-40B4-BE49-F238E27FC236}">
                <a16:creationId xmlns:a16="http://schemas.microsoft.com/office/drawing/2014/main" id="{0003D44E-469A-CCCB-B0C4-9DF641F5A7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3673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Slide Number Placeholder 8">
            <a:extLst>
              <a:ext uri="{FF2B5EF4-FFF2-40B4-BE49-F238E27FC236}">
                <a16:creationId xmlns:a16="http://schemas.microsoft.com/office/drawing/2014/main" id="{D9A38308-8A44-DE6F-F0EA-EC150D072A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03E130C-0804-1190-E1E1-B3BEAEC8854E}"/>
              </a:ext>
            </a:extLst>
          </p:cNvPr>
          <p:cNvSpPr/>
          <p:nvPr userDrawn="1"/>
        </p:nvSpPr>
        <p:spPr>
          <a:xfrm>
            <a:off x="11205696" y="6374096"/>
            <a:ext cx="485702" cy="490399"/>
          </a:xfrm>
          <a:custGeom>
            <a:avLst/>
            <a:gdLst>
              <a:gd name="connsiteX0" fmla="*/ 831964 w 1880411"/>
              <a:gd name="connsiteY0" fmla="*/ 1 h 1898594"/>
              <a:gd name="connsiteX1" fmla="*/ 1624530 w 1880411"/>
              <a:gd name="connsiteY1" fmla="*/ 228196 h 1898594"/>
              <a:gd name="connsiteX2" fmla="*/ 1527767 w 1880411"/>
              <a:gd name="connsiteY2" fmla="*/ 1893513 h 1898594"/>
              <a:gd name="connsiteX3" fmla="*/ 70 w 1880411"/>
              <a:gd name="connsiteY3" fmla="*/ 463167 h 1898594"/>
              <a:gd name="connsiteX4" fmla="*/ 831964 w 1880411"/>
              <a:gd name="connsiteY4" fmla="*/ 1 h 189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0411" h="1898594">
                <a:moveTo>
                  <a:pt x="831964" y="1"/>
                </a:moveTo>
                <a:cubicBezTo>
                  <a:pt x="1159479" y="-120"/>
                  <a:pt x="1489430" y="83433"/>
                  <a:pt x="1624530" y="228196"/>
                </a:cubicBezTo>
                <a:cubicBezTo>
                  <a:pt x="1933330" y="559082"/>
                  <a:pt x="2030335" y="1811248"/>
                  <a:pt x="1527767" y="1893513"/>
                </a:cubicBezTo>
                <a:cubicBezTo>
                  <a:pt x="1025200" y="1975779"/>
                  <a:pt x="11204" y="1040120"/>
                  <a:pt x="70" y="463167"/>
                </a:cubicBezTo>
                <a:cubicBezTo>
                  <a:pt x="-6193" y="138631"/>
                  <a:pt x="410873" y="157"/>
                  <a:pt x="831964" y="1"/>
                </a:cubicBezTo>
                <a:close/>
              </a:path>
            </a:pathLst>
          </a:custGeom>
          <a:noFill/>
          <a:ln w="158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511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1FE4CAC7-C433-B0BA-4008-8D23B474622F}"/>
              </a:ext>
            </a:extLst>
          </p:cNvPr>
          <p:cNvGrpSpPr/>
          <p:nvPr userDrawn="1"/>
        </p:nvGrpSpPr>
        <p:grpSpPr>
          <a:xfrm>
            <a:off x="11119562" y="-1199612"/>
            <a:ext cx="2831433" cy="5491989"/>
            <a:chOff x="11119562" y="-1199612"/>
            <a:chExt cx="2831433" cy="5491989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68DCBAA-8FA2-E5E8-0A6D-FCA1176BD9A6}"/>
                </a:ext>
              </a:extLst>
            </p:cNvPr>
            <p:cNvSpPr/>
            <p:nvPr userDrawn="1"/>
          </p:nvSpPr>
          <p:spPr>
            <a:xfrm rot="15300000">
              <a:off x="10527868" y="869249"/>
              <a:ext cx="4014822" cy="2831433"/>
            </a:xfrm>
            <a:custGeom>
              <a:avLst/>
              <a:gdLst>
                <a:gd name="connsiteX0" fmla="*/ 2158295 w 4014822"/>
                <a:gd name="connsiteY0" fmla="*/ 28 h 2831433"/>
                <a:gd name="connsiteX1" fmla="*/ 3821927 w 4014822"/>
                <a:gd name="connsiteY1" fmla="*/ 451707 h 2831433"/>
                <a:gd name="connsiteX2" fmla="*/ 2116392 w 4014822"/>
                <a:gd name="connsiteY2" fmla="*/ 2831372 h 2831433"/>
                <a:gd name="connsiteX3" fmla="*/ 94181 w 4014822"/>
                <a:gd name="connsiteY3" fmla="*/ 648689 h 2831433"/>
                <a:gd name="connsiteX4" fmla="*/ 2158295 w 4014822"/>
                <a:gd name="connsiteY4" fmla="*/ 28 h 2831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14822" h="2831433">
                  <a:moveTo>
                    <a:pt x="2158295" y="28"/>
                  </a:moveTo>
                  <a:cubicBezTo>
                    <a:pt x="2835060" y="2310"/>
                    <a:pt x="3491267" y="145999"/>
                    <a:pt x="3821927" y="451707"/>
                  </a:cubicBezTo>
                  <a:cubicBezTo>
                    <a:pt x="4577720" y="1150467"/>
                    <a:pt x="2923612" y="2843173"/>
                    <a:pt x="2116392" y="2831372"/>
                  </a:cubicBezTo>
                  <a:cubicBezTo>
                    <a:pt x="1309172" y="2819570"/>
                    <a:pt x="-421159" y="1396727"/>
                    <a:pt x="94181" y="648689"/>
                  </a:cubicBezTo>
                  <a:cubicBezTo>
                    <a:pt x="384060" y="227917"/>
                    <a:pt x="1288169" y="-2905"/>
                    <a:pt x="2158295" y="28"/>
                  </a:cubicBezTo>
                  <a:close/>
                </a:path>
              </a:pathLst>
            </a:cu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F09DD1E-6FA3-2D61-8D97-C1487B6910B0}"/>
                </a:ext>
              </a:extLst>
            </p:cNvPr>
            <p:cNvSpPr/>
            <p:nvPr userDrawn="1"/>
          </p:nvSpPr>
          <p:spPr>
            <a:xfrm rot="15300000">
              <a:off x="10387041" y="-261799"/>
              <a:ext cx="4310951" cy="2435326"/>
            </a:xfrm>
            <a:custGeom>
              <a:avLst/>
              <a:gdLst>
                <a:gd name="connsiteX0" fmla="*/ 495174 w 4310951"/>
                <a:gd name="connsiteY0" fmla="*/ 362 h 2435326"/>
                <a:gd name="connsiteX1" fmla="*/ 920158 w 4310951"/>
                <a:gd name="connsiteY1" fmla="*/ 105891 h 2435326"/>
                <a:gd name="connsiteX2" fmla="*/ 4180406 w 4310951"/>
                <a:gd name="connsiteY2" fmla="*/ 480943 h 2435326"/>
                <a:gd name="connsiteX3" fmla="*/ 2495563 w 4310951"/>
                <a:gd name="connsiteY3" fmla="*/ 2419118 h 2435326"/>
                <a:gd name="connsiteX4" fmla="*/ 495174 w 4310951"/>
                <a:gd name="connsiteY4" fmla="*/ 362 h 2435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10951" h="2435326">
                  <a:moveTo>
                    <a:pt x="495174" y="362"/>
                  </a:moveTo>
                  <a:cubicBezTo>
                    <a:pt x="614244" y="4112"/>
                    <a:pt x="755611" y="37187"/>
                    <a:pt x="920158" y="105891"/>
                  </a:cubicBezTo>
                  <a:cubicBezTo>
                    <a:pt x="2675326" y="838735"/>
                    <a:pt x="3610717" y="-408443"/>
                    <a:pt x="4180406" y="480943"/>
                  </a:cubicBezTo>
                  <a:cubicBezTo>
                    <a:pt x="4750095" y="1370329"/>
                    <a:pt x="3320003" y="2351857"/>
                    <a:pt x="2495563" y="2419118"/>
                  </a:cubicBezTo>
                  <a:cubicBezTo>
                    <a:pt x="276728" y="2668175"/>
                    <a:pt x="-655832" y="-35888"/>
                    <a:pt x="495174" y="36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en-US" dirty="0"/>
            </a:p>
          </p:txBody>
        </p:sp>
      </p:grp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5F376C0E-B37B-599B-51EA-3FFC8B7FD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948" y="1939924"/>
            <a:ext cx="10969451" cy="439229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2pPr>
            <a:lvl3pPr marL="9144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3pPr>
            <a:lvl4pPr marL="13716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Title Placeholder 1">
            <a:extLst>
              <a:ext uri="{FF2B5EF4-FFF2-40B4-BE49-F238E27FC236}">
                <a16:creationId xmlns:a16="http://schemas.microsoft.com/office/drawing/2014/main" id="{28CE35C9-4DF5-D279-B48A-C8FE33531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7" y="525782"/>
            <a:ext cx="109696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8980550B-C642-9F36-3E2A-8EDB391E1B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7061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D74F1921-67A7-E67B-E92A-0EAC501AFF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3673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36915875-2717-E2B6-BC33-A40C732C6E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321876A-9072-F765-0E8C-F4329A0C4C20}"/>
              </a:ext>
            </a:extLst>
          </p:cNvPr>
          <p:cNvSpPr/>
          <p:nvPr userDrawn="1"/>
        </p:nvSpPr>
        <p:spPr>
          <a:xfrm>
            <a:off x="11205696" y="6374096"/>
            <a:ext cx="485702" cy="490399"/>
          </a:xfrm>
          <a:custGeom>
            <a:avLst/>
            <a:gdLst>
              <a:gd name="connsiteX0" fmla="*/ 831964 w 1880411"/>
              <a:gd name="connsiteY0" fmla="*/ 1 h 1898594"/>
              <a:gd name="connsiteX1" fmla="*/ 1624530 w 1880411"/>
              <a:gd name="connsiteY1" fmla="*/ 228196 h 1898594"/>
              <a:gd name="connsiteX2" fmla="*/ 1527767 w 1880411"/>
              <a:gd name="connsiteY2" fmla="*/ 1893513 h 1898594"/>
              <a:gd name="connsiteX3" fmla="*/ 70 w 1880411"/>
              <a:gd name="connsiteY3" fmla="*/ 463167 h 1898594"/>
              <a:gd name="connsiteX4" fmla="*/ 831964 w 1880411"/>
              <a:gd name="connsiteY4" fmla="*/ 1 h 189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0411" h="1898594">
                <a:moveTo>
                  <a:pt x="831964" y="1"/>
                </a:moveTo>
                <a:cubicBezTo>
                  <a:pt x="1159479" y="-120"/>
                  <a:pt x="1489430" y="83433"/>
                  <a:pt x="1624530" y="228196"/>
                </a:cubicBezTo>
                <a:cubicBezTo>
                  <a:pt x="1933330" y="559082"/>
                  <a:pt x="2030335" y="1811248"/>
                  <a:pt x="1527767" y="1893513"/>
                </a:cubicBezTo>
                <a:cubicBezTo>
                  <a:pt x="1025200" y="1975779"/>
                  <a:pt x="11204" y="1040120"/>
                  <a:pt x="70" y="463167"/>
                </a:cubicBezTo>
                <a:cubicBezTo>
                  <a:pt x="-6193" y="138631"/>
                  <a:pt x="410873" y="157"/>
                  <a:pt x="831964" y="1"/>
                </a:cubicBezTo>
                <a:close/>
              </a:path>
            </a:pathLst>
          </a:custGeom>
          <a:noFill/>
          <a:ln w="158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A3FAFBE-EC19-45DC-2580-D7F29A9277A3}"/>
              </a:ext>
            </a:extLst>
          </p:cNvPr>
          <p:cNvGrpSpPr/>
          <p:nvPr userDrawn="1"/>
        </p:nvGrpSpPr>
        <p:grpSpPr>
          <a:xfrm>
            <a:off x="612775" y="1872775"/>
            <a:ext cx="5753483" cy="45720"/>
            <a:chOff x="5438818" y="4637445"/>
            <a:chExt cx="5753483" cy="4572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7511E91-A4C0-B46E-4B31-869684E04A52}"/>
                </a:ext>
              </a:extLst>
            </p:cNvPr>
            <p:cNvSpPr/>
            <p:nvPr userDrawn="1"/>
          </p:nvSpPr>
          <p:spPr>
            <a:xfrm>
              <a:off x="5438818" y="4637445"/>
              <a:ext cx="960120" cy="4572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AEBAF01-F197-464C-B5E9-6C315D5E10F4}"/>
                </a:ext>
              </a:extLst>
            </p:cNvPr>
            <p:cNvSpPr/>
            <p:nvPr userDrawn="1"/>
          </p:nvSpPr>
          <p:spPr>
            <a:xfrm>
              <a:off x="6391701" y="4637445"/>
              <a:ext cx="960120" cy="4572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3AF6E96-44F1-51F6-6D90-FE1B603C0830}"/>
                </a:ext>
              </a:extLst>
            </p:cNvPr>
            <p:cNvSpPr/>
            <p:nvPr userDrawn="1"/>
          </p:nvSpPr>
          <p:spPr>
            <a:xfrm>
              <a:off x="7351821" y="4637445"/>
              <a:ext cx="960120" cy="457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4727C13-844D-E0A8-1D8E-0A78621C8289}"/>
                </a:ext>
              </a:extLst>
            </p:cNvPr>
            <p:cNvSpPr/>
            <p:nvPr userDrawn="1"/>
          </p:nvSpPr>
          <p:spPr>
            <a:xfrm>
              <a:off x="8311941" y="4637445"/>
              <a:ext cx="960120" cy="457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11E5FA3-1044-1C6D-35AD-F4B354F222EB}"/>
                </a:ext>
              </a:extLst>
            </p:cNvPr>
            <p:cNvSpPr/>
            <p:nvPr userDrawn="1"/>
          </p:nvSpPr>
          <p:spPr>
            <a:xfrm>
              <a:off x="9272061" y="4637445"/>
              <a:ext cx="960120" cy="457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8A492CB-C0C9-5EC7-F384-5D0AE32057B7}"/>
                </a:ext>
              </a:extLst>
            </p:cNvPr>
            <p:cNvSpPr/>
            <p:nvPr userDrawn="1"/>
          </p:nvSpPr>
          <p:spPr>
            <a:xfrm>
              <a:off x="10232181" y="4637445"/>
              <a:ext cx="960120" cy="457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9147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with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13A78E7D-1A1E-2920-63DD-22CABB7254A6}"/>
              </a:ext>
            </a:extLst>
          </p:cNvPr>
          <p:cNvGrpSpPr/>
          <p:nvPr userDrawn="1"/>
        </p:nvGrpSpPr>
        <p:grpSpPr>
          <a:xfrm>
            <a:off x="7102993" y="980662"/>
            <a:ext cx="4984888" cy="4912218"/>
            <a:chOff x="695424" y="703594"/>
            <a:chExt cx="5321885" cy="5244302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F9994B-742E-04F5-E3B6-DCC9A5EA015E}"/>
                </a:ext>
              </a:extLst>
            </p:cNvPr>
            <p:cNvSpPr/>
            <p:nvPr userDrawn="1"/>
          </p:nvSpPr>
          <p:spPr>
            <a:xfrm rot="1515100">
              <a:off x="2075946" y="3970156"/>
              <a:ext cx="2833489" cy="1977740"/>
            </a:xfrm>
            <a:custGeom>
              <a:avLst/>
              <a:gdLst>
                <a:gd name="connsiteX0" fmla="*/ 2330242 w 2833489"/>
                <a:gd name="connsiteY0" fmla="*/ 1 h 1977740"/>
                <a:gd name="connsiteX1" fmla="*/ 2498982 w 2833489"/>
                <a:gd name="connsiteY1" fmla="*/ 44466 h 1977740"/>
                <a:gd name="connsiteX2" fmla="*/ 2606536 w 2833489"/>
                <a:gd name="connsiteY2" fmla="*/ 1232877 h 1977740"/>
                <a:gd name="connsiteX3" fmla="*/ 2311327 w 2833489"/>
                <a:gd name="connsiteY3" fmla="*/ 1576745 h 1977740"/>
                <a:gd name="connsiteX4" fmla="*/ 383794 w 2833489"/>
                <a:gd name="connsiteY4" fmla="*/ 752097 h 1977740"/>
                <a:gd name="connsiteX5" fmla="*/ 2330242 w 2833489"/>
                <a:gd name="connsiteY5" fmla="*/ 1 h 1977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33489" h="1977740">
                  <a:moveTo>
                    <a:pt x="2330242" y="1"/>
                  </a:moveTo>
                  <a:cubicBezTo>
                    <a:pt x="2383155" y="-127"/>
                    <a:pt x="2438275" y="13463"/>
                    <a:pt x="2498982" y="44466"/>
                  </a:cubicBezTo>
                  <a:cubicBezTo>
                    <a:pt x="2971547" y="300675"/>
                    <a:pt x="2882471" y="765287"/>
                    <a:pt x="2606536" y="1232877"/>
                  </a:cubicBezTo>
                  <a:cubicBezTo>
                    <a:pt x="2606503" y="1241273"/>
                    <a:pt x="2424583" y="1476594"/>
                    <a:pt x="2311327" y="1576745"/>
                  </a:cubicBezTo>
                  <a:cubicBezTo>
                    <a:pt x="1017130" y="2721187"/>
                    <a:pt x="-800765" y="1086278"/>
                    <a:pt x="383794" y="752097"/>
                  </a:cubicBezTo>
                  <a:cubicBezTo>
                    <a:pt x="1697583" y="673980"/>
                    <a:pt x="1959850" y="896"/>
                    <a:pt x="2330242" y="1"/>
                  </a:cubicBezTo>
                  <a:close/>
                </a:path>
              </a:pathLst>
            </a:cu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AD25CF9-E655-7939-1A38-94B729828AC5}"/>
                </a:ext>
              </a:extLst>
            </p:cNvPr>
            <p:cNvSpPr/>
            <p:nvPr userDrawn="1"/>
          </p:nvSpPr>
          <p:spPr>
            <a:xfrm>
              <a:off x="2663717" y="895957"/>
              <a:ext cx="3353592" cy="3394580"/>
            </a:xfrm>
            <a:custGeom>
              <a:avLst/>
              <a:gdLst>
                <a:gd name="connsiteX0" fmla="*/ 1117000 w 3353592"/>
                <a:gd name="connsiteY0" fmla="*/ 212 h 3394580"/>
                <a:gd name="connsiteX1" fmla="*/ 3339471 w 3353592"/>
                <a:gd name="connsiteY1" fmla="*/ 1353770 h 3394580"/>
                <a:gd name="connsiteX2" fmla="*/ 1460830 w 3353592"/>
                <a:gd name="connsiteY2" fmla="*/ 3239951 h 3394580"/>
                <a:gd name="connsiteX3" fmla="*/ 456338 w 3353592"/>
                <a:gd name="connsiteY3" fmla="*/ 219125 h 3394580"/>
                <a:gd name="connsiteX4" fmla="*/ 1117000 w 3353592"/>
                <a:gd name="connsiteY4" fmla="*/ 212 h 3394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3592" h="3394580">
                  <a:moveTo>
                    <a:pt x="1117000" y="212"/>
                  </a:moveTo>
                  <a:cubicBezTo>
                    <a:pt x="2031490" y="-14669"/>
                    <a:pt x="3265097" y="758034"/>
                    <a:pt x="3339471" y="1353770"/>
                  </a:cubicBezTo>
                  <a:cubicBezTo>
                    <a:pt x="3434671" y="2116311"/>
                    <a:pt x="3074478" y="3932938"/>
                    <a:pt x="1460830" y="3239951"/>
                  </a:cubicBezTo>
                  <a:cubicBezTo>
                    <a:pt x="-152818" y="2546964"/>
                    <a:pt x="-337111" y="899506"/>
                    <a:pt x="456338" y="219125"/>
                  </a:cubicBezTo>
                  <a:cubicBezTo>
                    <a:pt x="629905" y="70291"/>
                    <a:pt x="860943" y="4378"/>
                    <a:pt x="1117000" y="212"/>
                  </a:cubicBezTo>
                  <a:close/>
                </a:path>
              </a:pathLst>
            </a:custGeom>
            <a:solidFill>
              <a:schemeClr val="accent6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98BD5DB-EDCB-A0DB-925C-5FA5B5407D4B}"/>
                </a:ext>
              </a:extLst>
            </p:cNvPr>
            <p:cNvSpPr/>
            <p:nvPr userDrawn="1"/>
          </p:nvSpPr>
          <p:spPr>
            <a:xfrm>
              <a:off x="695424" y="703594"/>
              <a:ext cx="3679069" cy="3508957"/>
            </a:xfrm>
            <a:custGeom>
              <a:avLst/>
              <a:gdLst>
                <a:gd name="connsiteX0" fmla="*/ 2214144 w 3679069"/>
                <a:gd name="connsiteY0" fmla="*/ 1127 h 3508957"/>
                <a:gd name="connsiteX1" fmla="*/ 3169400 w 3679069"/>
                <a:gd name="connsiteY1" fmla="*/ 1345851 h 3508957"/>
                <a:gd name="connsiteX2" fmla="*/ 717301 w 3679069"/>
                <a:gd name="connsiteY2" fmla="*/ 3495393 h 3508957"/>
                <a:gd name="connsiteX3" fmla="*/ 431011 w 3679069"/>
                <a:gd name="connsiteY3" fmla="*/ 965650 h 3508957"/>
                <a:gd name="connsiteX4" fmla="*/ 2214144 w 3679069"/>
                <a:gd name="connsiteY4" fmla="*/ 1127 h 3508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9069" h="3508957">
                  <a:moveTo>
                    <a:pt x="2214144" y="1127"/>
                  </a:moveTo>
                  <a:cubicBezTo>
                    <a:pt x="3378638" y="-35267"/>
                    <a:pt x="4289597" y="818314"/>
                    <a:pt x="3169400" y="1345851"/>
                  </a:cubicBezTo>
                  <a:cubicBezTo>
                    <a:pt x="1462434" y="2149717"/>
                    <a:pt x="1746081" y="3668078"/>
                    <a:pt x="717301" y="3495393"/>
                  </a:cubicBezTo>
                  <a:cubicBezTo>
                    <a:pt x="-311478" y="3322707"/>
                    <a:pt x="-70949" y="1617102"/>
                    <a:pt x="431011" y="965650"/>
                  </a:cubicBezTo>
                  <a:cubicBezTo>
                    <a:pt x="924632" y="283443"/>
                    <a:pt x="1604170" y="20191"/>
                    <a:pt x="2214144" y="1127"/>
                  </a:cubicBezTo>
                  <a:close/>
                </a:path>
              </a:pathLst>
            </a:cu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en-US" dirty="0"/>
            </a:p>
          </p:txBody>
        </p:sp>
      </p:grp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E70C09F-76C4-E66C-0CD2-8BEF66265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949" y="1939924"/>
            <a:ext cx="6463712" cy="4400551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2pPr>
            <a:lvl3pPr marL="9144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3pPr>
            <a:lvl4pPr marL="13716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itle Placeholder 1">
            <a:extLst>
              <a:ext uri="{FF2B5EF4-FFF2-40B4-BE49-F238E27FC236}">
                <a16:creationId xmlns:a16="http://schemas.microsoft.com/office/drawing/2014/main" id="{47DBA814-4139-B586-226C-8244A5A14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7" y="525782"/>
            <a:ext cx="646371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24933B8-7F1B-8266-103E-F0EF88F557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17038" y="1260781"/>
            <a:ext cx="4356798" cy="4361688"/>
          </a:xfrm>
          <a:prstGeom prst="ellipse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Date Placeholder 6">
            <a:extLst>
              <a:ext uri="{FF2B5EF4-FFF2-40B4-BE49-F238E27FC236}">
                <a16:creationId xmlns:a16="http://schemas.microsoft.com/office/drawing/2014/main" id="{B3954DB1-783B-E5D8-EA6D-9FE75C76FE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7061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7" name="Footer Placeholder 7">
            <a:extLst>
              <a:ext uri="{FF2B5EF4-FFF2-40B4-BE49-F238E27FC236}">
                <a16:creationId xmlns:a16="http://schemas.microsoft.com/office/drawing/2014/main" id="{9F17C07B-48B5-1295-2D46-97F4F16A9C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3673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8">
            <a:extLst>
              <a:ext uri="{FF2B5EF4-FFF2-40B4-BE49-F238E27FC236}">
                <a16:creationId xmlns:a16="http://schemas.microsoft.com/office/drawing/2014/main" id="{03314EF0-46DE-E784-7BB7-461C1A039C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9F2FC42-6096-BD21-2196-91A2D98B778B}"/>
              </a:ext>
            </a:extLst>
          </p:cNvPr>
          <p:cNvSpPr/>
          <p:nvPr userDrawn="1"/>
        </p:nvSpPr>
        <p:spPr>
          <a:xfrm>
            <a:off x="11205696" y="6374096"/>
            <a:ext cx="485702" cy="490399"/>
          </a:xfrm>
          <a:custGeom>
            <a:avLst/>
            <a:gdLst>
              <a:gd name="connsiteX0" fmla="*/ 831964 w 1880411"/>
              <a:gd name="connsiteY0" fmla="*/ 1 h 1898594"/>
              <a:gd name="connsiteX1" fmla="*/ 1624530 w 1880411"/>
              <a:gd name="connsiteY1" fmla="*/ 228196 h 1898594"/>
              <a:gd name="connsiteX2" fmla="*/ 1527767 w 1880411"/>
              <a:gd name="connsiteY2" fmla="*/ 1893513 h 1898594"/>
              <a:gd name="connsiteX3" fmla="*/ 70 w 1880411"/>
              <a:gd name="connsiteY3" fmla="*/ 463167 h 1898594"/>
              <a:gd name="connsiteX4" fmla="*/ 831964 w 1880411"/>
              <a:gd name="connsiteY4" fmla="*/ 1 h 189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0411" h="1898594">
                <a:moveTo>
                  <a:pt x="831964" y="1"/>
                </a:moveTo>
                <a:cubicBezTo>
                  <a:pt x="1159479" y="-120"/>
                  <a:pt x="1489430" y="83433"/>
                  <a:pt x="1624530" y="228196"/>
                </a:cubicBezTo>
                <a:cubicBezTo>
                  <a:pt x="1933330" y="559082"/>
                  <a:pt x="2030335" y="1811248"/>
                  <a:pt x="1527767" y="1893513"/>
                </a:cubicBezTo>
                <a:cubicBezTo>
                  <a:pt x="1025200" y="1975779"/>
                  <a:pt x="11204" y="1040120"/>
                  <a:pt x="70" y="463167"/>
                </a:cubicBezTo>
                <a:cubicBezTo>
                  <a:pt x="-6193" y="138631"/>
                  <a:pt x="410873" y="157"/>
                  <a:pt x="831964" y="1"/>
                </a:cubicBezTo>
                <a:close/>
              </a:path>
            </a:pathLst>
          </a:custGeom>
          <a:noFill/>
          <a:ln w="158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251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with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A7F9257D-EC05-E7F4-3080-CE35172EE43D}"/>
              </a:ext>
            </a:extLst>
          </p:cNvPr>
          <p:cNvGrpSpPr/>
          <p:nvPr userDrawn="1"/>
        </p:nvGrpSpPr>
        <p:grpSpPr>
          <a:xfrm>
            <a:off x="112328" y="809610"/>
            <a:ext cx="5218910" cy="5252655"/>
            <a:chOff x="695424" y="703594"/>
            <a:chExt cx="5218910" cy="5252655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DD2A592-4863-5EFB-85E2-EAEDD4DF49FA}"/>
                </a:ext>
              </a:extLst>
            </p:cNvPr>
            <p:cNvSpPr/>
            <p:nvPr userDrawn="1"/>
          </p:nvSpPr>
          <p:spPr>
            <a:xfrm>
              <a:off x="2371564" y="3978509"/>
              <a:ext cx="2833489" cy="1977740"/>
            </a:xfrm>
            <a:custGeom>
              <a:avLst/>
              <a:gdLst>
                <a:gd name="connsiteX0" fmla="*/ 2330242 w 2833489"/>
                <a:gd name="connsiteY0" fmla="*/ 1 h 1977740"/>
                <a:gd name="connsiteX1" fmla="*/ 2498982 w 2833489"/>
                <a:gd name="connsiteY1" fmla="*/ 44466 h 1977740"/>
                <a:gd name="connsiteX2" fmla="*/ 2606536 w 2833489"/>
                <a:gd name="connsiteY2" fmla="*/ 1232877 h 1977740"/>
                <a:gd name="connsiteX3" fmla="*/ 2311327 w 2833489"/>
                <a:gd name="connsiteY3" fmla="*/ 1576745 h 1977740"/>
                <a:gd name="connsiteX4" fmla="*/ 383794 w 2833489"/>
                <a:gd name="connsiteY4" fmla="*/ 752097 h 1977740"/>
                <a:gd name="connsiteX5" fmla="*/ 2330242 w 2833489"/>
                <a:gd name="connsiteY5" fmla="*/ 1 h 1977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33489" h="1977740">
                  <a:moveTo>
                    <a:pt x="2330242" y="1"/>
                  </a:moveTo>
                  <a:cubicBezTo>
                    <a:pt x="2383155" y="-127"/>
                    <a:pt x="2438275" y="13463"/>
                    <a:pt x="2498982" y="44466"/>
                  </a:cubicBezTo>
                  <a:cubicBezTo>
                    <a:pt x="2971547" y="300675"/>
                    <a:pt x="2882471" y="765287"/>
                    <a:pt x="2606536" y="1232877"/>
                  </a:cubicBezTo>
                  <a:cubicBezTo>
                    <a:pt x="2606503" y="1241273"/>
                    <a:pt x="2424583" y="1476594"/>
                    <a:pt x="2311327" y="1576745"/>
                  </a:cubicBezTo>
                  <a:cubicBezTo>
                    <a:pt x="1017130" y="2721187"/>
                    <a:pt x="-800765" y="1086278"/>
                    <a:pt x="383794" y="752097"/>
                  </a:cubicBezTo>
                  <a:cubicBezTo>
                    <a:pt x="1697583" y="673980"/>
                    <a:pt x="1959850" y="896"/>
                    <a:pt x="233024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614C6E1-C0F7-A2C3-F3AD-250951257BCA}"/>
                </a:ext>
              </a:extLst>
            </p:cNvPr>
            <p:cNvSpPr/>
            <p:nvPr userDrawn="1"/>
          </p:nvSpPr>
          <p:spPr>
            <a:xfrm>
              <a:off x="2560742" y="984861"/>
              <a:ext cx="3353592" cy="3394580"/>
            </a:xfrm>
            <a:custGeom>
              <a:avLst/>
              <a:gdLst>
                <a:gd name="connsiteX0" fmla="*/ 1117000 w 3353592"/>
                <a:gd name="connsiteY0" fmla="*/ 212 h 3394580"/>
                <a:gd name="connsiteX1" fmla="*/ 3339471 w 3353592"/>
                <a:gd name="connsiteY1" fmla="*/ 1353770 h 3394580"/>
                <a:gd name="connsiteX2" fmla="*/ 1460830 w 3353592"/>
                <a:gd name="connsiteY2" fmla="*/ 3239951 h 3394580"/>
                <a:gd name="connsiteX3" fmla="*/ 456338 w 3353592"/>
                <a:gd name="connsiteY3" fmla="*/ 219125 h 3394580"/>
                <a:gd name="connsiteX4" fmla="*/ 1117000 w 3353592"/>
                <a:gd name="connsiteY4" fmla="*/ 212 h 3394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3592" h="3394580">
                  <a:moveTo>
                    <a:pt x="1117000" y="212"/>
                  </a:moveTo>
                  <a:cubicBezTo>
                    <a:pt x="2031490" y="-14669"/>
                    <a:pt x="3265097" y="758034"/>
                    <a:pt x="3339471" y="1353770"/>
                  </a:cubicBezTo>
                  <a:cubicBezTo>
                    <a:pt x="3434671" y="2116311"/>
                    <a:pt x="3074478" y="3932938"/>
                    <a:pt x="1460830" y="3239951"/>
                  </a:cubicBezTo>
                  <a:cubicBezTo>
                    <a:pt x="-152818" y="2546964"/>
                    <a:pt x="-337111" y="899506"/>
                    <a:pt x="456338" y="219125"/>
                  </a:cubicBezTo>
                  <a:cubicBezTo>
                    <a:pt x="629905" y="70291"/>
                    <a:pt x="860943" y="4378"/>
                    <a:pt x="1117000" y="212"/>
                  </a:cubicBezTo>
                  <a:close/>
                </a:path>
              </a:pathLst>
            </a:custGeom>
            <a:solidFill>
              <a:schemeClr val="accent4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BD43CD1-3976-459B-2D8C-128E0B691F6A}"/>
                </a:ext>
              </a:extLst>
            </p:cNvPr>
            <p:cNvSpPr/>
            <p:nvPr userDrawn="1"/>
          </p:nvSpPr>
          <p:spPr>
            <a:xfrm>
              <a:off x="695424" y="703594"/>
              <a:ext cx="3679069" cy="3508957"/>
            </a:xfrm>
            <a:custGeom>
              <a:avLst/>
              <a:gdLst>
                <a:gd name="connsiteX0" fmla="*/ 2214144 w 3679069"/>
                <a:gd name="connsiteY0" fmla="*/ 1127 h 3508957"/>
                <a:gd name="connsiteX1" fmla="*/ 3169400 w 3679069"/>
                <a:gd name="connsiteY1" fmla="*/ 1345851 h 3508957"/>
                <a:gd name="connsiteX2" fmla="*/ 717301 w 3679069"/>
                <a:gd name="connsiteY2" fmla="*/ 3495393 h 3508957"/>
                <a:gd name="connsiteX3" fmla="*/ 431011 w 3679069"/>
                <a:gd name="connsiteY3" fmla="*/ 965650 h 3508957"/>
                <a:gd name="connsiteX4" fmla="*/ 2214144 w 3679069"/>
                <a:gd name="connsiteY4" fmla="*/ 1127 h 3508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9069" h="3508957">
                  <a:moveTo>
                    <a:pt x="2214144" y="1127"/>
                  </a:moveTo>
                  <a:cubicBezTo>
                    <a:pt x="3378638" y="-35267"/>
                    <a:pt x="4289597" y="818314"/>
                    <a:pt x="3169400" y="1345851"/>
                  </a:cubicBezTo>
                  <a:cubicBezTo>
                    <a:pt x="1462434" y="2149717"/>
                    <a:pt x="1746081" y="3668078"/>
                    <a:pt x="717301" y="3495393"/>
                  </a:cubicBezTo>
                  <a:cubicBezTo>
                    <a:pt x="-311478" y="3322707"/>
                    <a:pt x="-70949" y="1617102"/>
                    <a:pt x="431011" y="965650"/>
                  </a:cubicBezTo>
                  <a:cubicBezTo>
                    <a:pt x="924632" y="283443"/>
                    <a:pt x="1604170" y="20191"/>
                    <a:pt x="2214144" y="1127"/>
                  </a:cubicBezTo>
                  <a:close/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en-US" dirty="0"/>
            </a:p>
          </p:txBody>
        </p:sp>
      </p:grpSp>
      <p:sp>
        <p:nvSpPr>
          <p:cNvPr id="33" name="Picture Placeholder 8">
            <a:extLst>
              <a:ext uri="{FF2B5EF4-FFF2-40B4-BE49-F238E27FC236}">
                <a16:creationId xmlns:a16="http://schemas.microsoft.com/office/drawing/2014/main" id="{21F39F33-2C88-D520-BA90-E3B20EDAB6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86" y="1260781"/>
            <a:ext cx="4356798" cy="4361688"/>
          </a:xfrm>
          <a:prstGeom prst="ellipse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DD6498F-7A18-9983-D7A6-7C618F951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8611" y="1939924"/>
            <a:ext cx="6463712" cy="4400551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2pPr>
            <a:lvl3pPr marL="9144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3pPr>
            <a:lvl4pPr marL="13716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CD8CE96C-D607-D432-5541-988E676BA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8439" y="525782"/>
            <a:ext cx="646371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Date Placeholder 6">
            <a:extLst>
              <a:ext uri="{FF2B5EF4-FFF2-40B4-BE49-F238E27FC236}">
                <a16:creationId xmlns:a16="http://schemas.microsoft.com/office/drawing/2014/main" id="{A6F4E420-C90A-B0E6-D4AB-B17B4877A1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7061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Footer Placeholder 7">
            <a:extLst>
              <a:ext uri="{FF2B5EF4-FFF2-40B4-BE49-F238E27FC236}">
                <a16:creationId xmlns:a16="http://schemas.microsoft.com/office/drawing/2014/main" id="{B538779D-22C2-5112-B039-9A0E306C36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3673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Slide Number Placeholder 8">
            <a:extLst>
              <a:ext uri="{FF2B5EF4-FFF2-40B4-BE49-F238E27FC236}">
                <a16:creationId xmlns:a16="http://schemas.microsoft.com/office/drawing/2014/main" id="{9A277277-12CD-3D25-74D1-42CACC8CB2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5807A61-9E96-FF25-8505-36E0C7B9E07B}"/>
              </a:ext>
            </a:extLst>
          </p:cNvPr>
          <p:cNvSpPr/>
          <p:nvPr userDrawn="1"/>
        </p:nvSpPr>
        <p:spPr>
          <a:xfrm>
            <a:off x="11205696" y="6374096"/>
            <a:ext cx="485702" cy="490399"/>
          </a:xfrm>
          <a:custGeom>
            <a:avLst/>
            <a:gdLst>
              <a:gd name="connsiteX0" fmla="*/ 831964 w 1880411"/>
              <a:gd name="connsiteY0" fmla="*/ 1 h 1898594"/>
              <a:gd name="connsiteX1" fmla="*/ 1624530 w 1880411"/>
              <a:gd name="connsiteY1" fmla="*/ 228196 h 1898594"/>
              <a:gd name="connsiteX2" fmla="*/ 1527767 w 1880411"/>
              <a:gd name="connsiteY2" fmla="*/ 1893513 h 1898594"/>
              <a:gd name="connsiteX3" fmla="*/ 70 w 1880411"/>
              <a:gd name="connsiteY3" fmla="*/ 463167 h 1898594"/>
              <a:gd name="connsiteX4" fmla="*/ 831964 w 1880411"/>
              <a:gd name="connsiteY4" fmla="*/ 1 h 189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0411" h="1898594">
                <a:moveTo>
                  <a:pt x="831964" y="1"/>
                </a:moveTo>
                <a:cubicBezTo>
                  <a:pt x="1159479" y="-120"/>
                  <a:pt x="1489430" y="83433"/>
                  <a:pt x="1624530" y="228196"/>
                </a:cubicBezTo>
                <a:cubicBezTo>
                  <a:pt x="1933330" y="559082"/>
                  <a:pt x="2030335" y="1811248"/>
                  <a:pt x="1527767" y="1893513"/>
                </a:cubicBezTo>
                <a:cubicBezTo>
                  <a:pt x="1025200" y="1975779"/>
                  <a:pt x="11204" y="1040120"/>
                  <a:pt x="70" y="463167"/>
                </a:cubicBezTo>
                <a:cubicBezTo>
                  <a:pt x="-6193" y="138631"/>
                  <a:pt x="410873" y="157"/>
                  <a:pt x="831964" y="1"/>
                </a:cubicBezTo>
                <a:close/>
              </a:path>
            </a:pathLst>
          </a:custGeom>
          <a:noFill/>
          <a:ln w="158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113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B0F8D85E-7E29-AA2B-7471-D29170040A43}"/>
              </a:ext>
            </a:extLst>
          </p:cNvPr>
          <p:cNvGrpSpPr/>
          <p:nvPr userDrawn="1"/>
        </p:nvGrpSpPr>
        <p:grpSpPr>
          <a:xfrm>
            <a:off x="626466" y="-2668285"/>
            <a:ext cx="11646901" cy="9391348"/>
            <a:chOff x="626466" y="-2668285"/>
            <a:chExt cx="11646901" cy="9391348"/>
          </a:xfrm>
        </p:grpSpPr>
        <p:sp>
          <p:nvSpPr>
            <p:cNvPr id="19" name="Triangle 2">
              <a:extLst>
                <a:ext uri="{FF2B5EF4-FFF2-40B4-BE49-F238E27FC236}">
                  <a16:creationId xmlns:a16="http://schemas.microsoft.com/office/drawing/2014/main" id="{D1AF5ABD-62C9-C46C-D10D-214A8A1D23BB}"/>
                </a:ext>
              </a:extLst>
            </p:cNvPr>
            <p:cNvSpPr/>
            <p:nvPr userDrawn="1"/>
          </p:nvSpPr>
          <p:spPr>
            <a:xfrm rot="11700000" flipH="1">
              <a:off x="5455090" y="-2668285"/>
              <a:ext cx="6818277" cy="4463501"/>
            </a:xfrm>
            <a:custGeom>
              <a:avLst/>
              <a:gdLst>
                <a:gd name="connsiteX0" fmla="*/ 0 w 4306493"/>
                <a:gd name="connsiteY0" fmla="*/ 3712494 h 3712494"/>
                <a:gd name="connsiteX1" fmla="*/ 2153247 w 4306493"/>
                <a:gd name="connsiteY1" fmla="*/ 0 h 3712494"/>
                <a:gd name="connsiteX2" fmla="*/ 4306493 w 4306493"/>
                <a:gd name="connsiteY2" fmla="*/ 3712494 h 3712494"/>
                <a:gd name="connsiteX3" fmla="*/ 0 w 4306493"/>
                <a:gd name="connsiteY3" fmla="*/ 3712494 h 3712494"/>
                <a:gd name="connsiteX0" fmla="*/ 0 w 4306493"/>
                <a:gd name="connsiteY0" fmla="*/ 3696452 h 3696452"/>
                <a:gd name="connsiteX1" fmla="*/ 2329710 w 4306493"/>
                <a:gd name="connsiteY1" fmla="*/ 0 h 3696452"/>
                <a:gd name="connsiteX2" fmla="*/ 4306493 w 4306493"/>
                <a:gd name="connsiteY2" fmla="*/ 3696452 h 3696452"/>
                <a:gd name="connsiteX3" fmla="*/ 0 w 4306493"/>
                <a:gd name="connsiteY3" fmla="*/ 3696452 h 3696452"/>
                <a:gd name="connsiteX0" fmla="*/ 37309 w 4402235"/>
                <a:gd name="connsiteY0" fmla="*/ 3696452 h 3696452"/>
                <a:gd name="connsiteX1" fmla="*/ 2367019 w 4402235"/>
                <a:gd name="connsiteY1" fmla="*/ 0 h 3696452"/>
                <a:gd name="connsiteX2" fmla="*/ 4343802 w 4402235"/>
                <a:gd name="connsiteY2" fmla="*/ 3696452 h 3696452"/>
                <a:gd name="connsiteX3" fmla="*/ 37309 w 4402235"/>
                <a:gd name="connsiteY3" fmla="*/ 3696452 h 3696452"/>
                <a:gd name="connsiteX0" fmla="*/ 37309 w 4758551"/>
                <a:gd name="connsiteY0" fmla="*/ 3696452 h 3696452"/>
                <a:gd name="connsiteX1" fmla="*/ 2367019 w 4758551"/>
                <a:gd name="connsiteY1" fmla="*/ 0 h 3696452"/>
                <a:gd name="connsiteX2" fmla="*/ 4343802 w 4758551"/>
                <a:gd name="connsiteY2" fmla="*/ 3696452 h 3696452"/>
                <a:gd name="connsiteX3" fmla="*/ 37309 w 4758551"/>
                <a:gd name="connsiteY3" fmla="*/ 3696452 h 3696452"/>
                <a:gd name="connsiteX0" fmla="*/ 379572 w 5100814"/>
                <a:gd name="connsiteY0" fmla="*/ 3696452 h 3696452"/>
                <a:gd name="connsiteX1" fmla="*/ 2709282 w 5100814"/>
                <a:gd name="connsiteY1" fmla="*/ 0 h 3696452"/>
                <a:gd name="connsiteX2" fmla="*/ 4686065 w 5100814"/>
                <a:gd name="connsiteY2" fmla="*/ 3696452 h 3696452"/>
                <a:gd name="connsiteX3" fmla="*/ 379572 w 5100814"/>
                <a:gd name="connsiteY3" fmla="*/ 3696452 h 3696452"/>
                <a:gd name="connsiteX0" fmla="*/ 527795 w 5425824"/>
                <a:gd name="connsiteY0" fmla="*/ 3696657 h 3696657"/>
                <a:gd name="connsiteX1" fmla="*/ 2857505 w 5425824"/>
                <a:gd name="connsiteY1" fmla="*/ 205 h 3696657"/>
                <a:gd name="connsiteX2" fmla="*/ 4834288 w 5425824"/>
                <a:gd name="connsiteY2" fmla="*/ 3696657 h 3696657"/>
                <a:gd name="connsiteX3" fmla="*/ 527795 w 5425824"/>
                <a:gd name="connsiteY3" fmla="*/ 3696657 h 3696657"/>
                <a:gd name="connsiteX0" fmla="*/ 507350 w 5405379"/>
                <a:gd name="connsiteY0" fmla="*/ 3696679 h 3853535"/>
                <a:gd name="connsiteX1" fmla="*/ 2837060 w 5405379"/>
                <a:gd name="connsiteY1" fmla="*/ 227 h 3853535"/>
                <a:gd name="connsiteX2" fmla="*/ 4813843 w 5405379"/>
                <a:gd name="connsiteY2" fmla="*/ 3696679 h 3853535"/>
                <a:gd name="connsiteX3" fmla="*/ 507350 w 5405379"/>
                <a:gd name="connsiteY3" fmla="*/ 3696679 h 3853535"/>
                <a:gd name="connsiteX0" fmla="*/ 321130 w 5326541"/>
                <a:gd name="connsiteY0" fmla="*/ 2552473 h 3795422"/>
                <a:gd name="connsiteX1" fmla="*/ 3260440 w 5326541"/>
                <a:gd name="connsiteY1" fmla="*/ 11053 h 3795422"/>
                <a:gd name="connsiteX2" fmla="*/ 5237223 w 5326541"/>
                <a:gd name="connsiteY2" fmla="*/ 3707505 h 3795422"/>
                <a:gd name="connsiteX3" fmla="*/ 321130 w 5326541"/>
                <a:gd name="connsiteY3" fmla="*/ 2552473 h 3795422"/>
                <a:gd name="connsiteX0" fmla="*/ 131275 w 5136686"/>
                <a:gd name="connsiteY0" fmla="*/ 2556035 h 3848881"/>
                <a:gd name="connsiteX1" fmla="*/ 3070585 w 5136686"/>
                <a:gd name="connsiteY1" fmla="*/ 14615 h 3848881"/>
                <a:gd name="connsiteX2" fmla="*/ 5047368 w 5136686"/>
                <a:gd name="connsiteY2" fmla="*/ 3711067 h 3848881"/>
                <a:gd name="connsiteX3" fmla="*/ 131275 w 5136686"/>
                <a:gd name="connsiteY3" fmla="*/ 2556035 h 3848881"/>
                <a:gd name="connsiteX0" fmla="*/ 139833 w 5155503"/>
                <a:gd name="connsiteY0" fmla="*/ 2577742 h 3870588"/>
                <a:gd name="connsiteX1" fmla="*/ 3079143 w 5155503"/>
                <a:gd name="connsiteY1" fmla="*/ 36322 h 3870588"/>
                <a:gd name="connsiteX2" fmla="*/ 5055926 w 5155503"/>
                <a:gd name="connsiteY2" fmla="*/ 3732774 h 3870588"/>
                <a:gd name="connsiteX3" fmla="*/ 139833 w 5155503"/>
                <a:gd name="connsiteY3" fmla="*/ 2577742 h 3870588"/>
                <a:gd name="connsiteX0" fmla="*/ 26029 w 5061836"/>
                <a:gd name="connsiteY0" fmla="*/ 2477397 h 3730043"/>
                <a:gd name="connsiteX1" fmla="*/ 3141802 w 5061836"/>
                <a:gd name="connsiteY1" fmla="*/ 32230 h 3730043"/>
                <a:gd name="connsiteX2" fmla="*/ 4942122 w 5061836"/>
                <a:gd name="connsiteY2" fmla="*/ 3632429 h 3730043"/>
                <a:gd name="connsiteX3" fmla="*/ 26029 w 5061836"/>
                <a:gd name="connsiteY3" fmla="*/ 2477397 h 3730043"/>
                <a:gd name="connsiteX0" fmla="*/ 116397 w 5152204"/>
                <a:gd name="connsiteY0" fmla="*/ 2487445 h 3802029"/>
                <a:gd name="connsiteX1" fmla="*/ 3232170 w 5152204"/>
                <a:gd name="connsiteY1" fmla="*/ 42278 h 3802029"/>
                <a:gd name="connsiteX2" fmla="*/ 5032490 w 5152204"/>
                <a:gd name="connsiteY2" fmla="*/ 3642477 h 3802029"/>
                <a:gd name="connsiteX3" fmla="*/ 116397 w 5152204"/>
                <a:gd name="connsiteY3" fmla="*/ 2487445 h 3802029"/>
                <a:gd name="connsiteX0" fmla="*/ 116397 w 5311374"/>
                <a:gd name="connsiteY0" fmla="*/ 2487445 h 3961862"/>
                <a:gd name="connsiteX1" fmla="*/ 3232170 w 5311374"/>
                <a:gd name="connsiteY1" fmla="*/ 42278 h 3961862"/>
                <a:gd name="connsiteX2" fmla="*/ 5032490 w 5311374"/>
                <a:gd name="connsiteY2" fmla="*/ 3642477 h 3961862"/>
                <a:gd name="connsiteX3" fmla="*/ 116397 w 5311374"/>
                <a:gd name="connsiteY3" fmla="*/ 2487445 h 3961862"/>
                <a:gd name="connsiteX0" fmla="*/ 116397 w 5759583"/>
                <a:gd name="connsiteY0" fmla="*/ 2487445 h 3799980"/>
                <a:gd name="connsiteX1" fmla="*/ 3232170 w 5759583"/>
                <a:gd name="connsiteY1" fmla="*/ 42278 h 3799980"/>
                <a:gd name="connsiteX2" fmla="*/ 5032490 w 5759583"/>
                <a:gd name="connsiteY2" fmla="*/ 3642477 h 3799980"/>
                <a:gd name="connsiteX3" fmla="*/ 116397 w 5759583"/>
                <a:gd name="connsiteY3" fmla="*/ 2487445 h 3799980"/>
                <a:gd name="connsiteX0" fmla="*/ 116397 w 6115206"/>
                <a:gd name="connsiteY0" fmla="*/ 2487445 h 3807611"/>
                <a:gd name="connsiteX1" fmla="*/ 3232170 w 6115206"/>
                <a:gd name="connsiteY1" fmla="*/ 42278 h 3807611"/>
                <a:gd name="connsiteX2" fmla="*/ 5032490 w 6115206"/>
                <a:gd name="connsiteY2" fmla="*/ 3642477 h 3807611"/>
                <a:gd name="connsiteX3" fmla="*/ 116397 w 6115206"/>
                <a:gd name="connsiteY3" fmla="*/ 2487445 h 3807611"/>
                <a:gd name="connsiteX0" fmla="*/ 116397 w 6206862"/>
                <a:gd name="connsiteY0" fmla="*/ 2487445 h 3799576"/>
                <a:gd name="connsiteX1" fmla="*/ 3232170 w 6206862"/>
                <a:gd name="connsiteY1" fmla="*/ 42278 h 3799576"/>
                <a:gd name="connsiteX2" fmla="*/ 5032490 w 6206862"/>
                <a:gd name="connsiteY2" fmla="*/ 3642477 h 3799576"/>
                <a:gd name="connsiteX3" fmla="*/ 116397 w 6206862"/>
                <a:gd name="connsiteY3" fmla="*/ 2487445 h 3799576"/>
                <a:gd name="connsiteX0" fmla="*/ 124476 w 6214941"/>
                <a:gd name="connsiteY0" fmla="*/ 2454008 h 3766139"/>
                <a:gd name="connsiteX1" fmla="*/ 3240249 w 6214941"/>
                <a:gd name="connsiteY1" fmla="*/ 8841 h 3766139"/>
                <a:gd name="connsiteX2" fmla="*/ 5040569 w 6214941"/>
                <a:gd name="connsiteY2" fmla="*/ 3609040 h 3766139"/>
                <a:gd name="connsiteX3" fmla="*/ 124476 w 6214941"/>
                <a:gd name="connsiteY3" fmla="*/ 2454008 h 3766139"/>
                <a:gd name="connsiteX0" fmla="*/ 124476 w 6397505"/>
                <a:gd name="connsiteY0" fmla="*/ 2454008 h 3930790"/>
                <a:gd name="connsiteX1" fmla="*/ 3240249 w 6397505"/>
                <a:gd name="connsiteY1" fmla="*/ 8841 h 3930790"/>
                <a:gd name="connsiteX2" fmla="*/ 5040569 w 6397505"/>
                <a:gd name="connsiteY2" fmla="*/ 3609040 h 3930790"/>
                <a:gd name="connsiteX3" fmla="*/ 124476 w 6397505"/>
                <a:gd name="connsiteY3" fmla="*/ 2454008 h 3930790"/>
                <a:gd name="connsiteX0" fmla="*/ 159282 w 6432311"/>
                <a:gd name="connsiteY0" fmla="*/ 2456586 h 3933368"/>
                <a:gd name="connsiteX1" fmla="*/ 3275055 w 6432311"/>
                <a:gd name="connsiteY1" fmla="*/ 11419 h 3933368"/>
                <a:gd name="connsiteX2" fmla="*/ 5075375 w 6432311"/>
                <a:gd name="connsiteY2" fmla="*/ 3611618 h 3933368"/>
                <a:gd name="connsiteX3" fmla="*/ 159282 w 6432311"/>
                <a:gd name="connsiteY3" fmla="*/ 2456586 h 3933368"/>
                <a:gd name="connsiteX0" fmla="*/ 159282 w 6599093"/>
                <a:gd name="connsiteY0" fmla="*/ 2456586 h 3932011"/>
                <a:gd name="connsiteX1" fmla="*/ 3275055 w 6599093"/>
                <a:gd name="connsiteY1" fmla="*/ 11419 h 3932011"/>
                <a:gd name="connsiteX2" fmla="*/ 5075375 w 6599093"/>
                <a:gd name="connsiteY2" fmla="*/ 3611618 h 3932011"/>
                <a:gd name="connsiteX3" fmla="*/ 159282 w 6599093"/>
                <a:gd name="connsiteY3" fmla="*/ 2456586 h 3932011"/>
                <a:gd name="connsiteX0" fmla="*/ 26590 w 6423987"/>
                <a:gd name="connsiteY0" fmla="*/ 2451701 h 4246435"/>
                <a:gd name="connsiteX1" fmla="*/ 3142363 w 6423987"/>
                <a:gd name="connsiteY1" fmla="*/ 6534 h 4246435"/>
                <a:gd name="connsiteX2" fmla="*/ 4875447 w 6423987"/>
                <a:gd name="connsiteY2" fmla="*/ 3942910 h 4246435"/>
                <a:gd name="connsiteX3" fmla="*/ 26590 w 6423987"/>
                <a:gd name="connsiteY3" fmla="*/ 2451701 h 4246435"/>
                <a:gd name="connsiteX0" fmla="*/ 96204 w 6493601"/>
                <a:gd name="connsiteY0" fmla="*/ 2456221 h 4250955"/>
                <a:gd name="connsiteX1" fmla="*/ 3211977 w 6493601"/>
                <a:gd name="connsiteY1" fmla="*/ 11054 h 4250955"/>
                <a:gd name="connsiteX2" fmla="*/ 4945061 w 6493601"/>
                <a:gd name="connsiteY2" fmla="*/ 3947430 h 4250955"/>
                <a:gd name="connsiteX3" fmla="*/ 96204 w 6493601"/>
                <a:gd name="connsiteY3" fmla="*/ 2456221 h 4250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3601" h="4250955">
                  <a:moveTo>
                    <a:pt x="96204" y="2456221"/>
                  </a:moveTo>
                  <a:cubicBezTo>
                    <a:pt x="-515372" y="952994"/>
                    <a:pt x="1939438" y="-121529"/>
                    <a:pt x="3211977" y="11054"/>
                  </a:cubicBezTo>
                  <a:cubicBezTo>
                    <a:pt x="7012563" y="291555"/>
                    <a:pt x="7403564" y="5551062"/>
                    <a:pt x="4945061" y="3947430"/>
                  </a:cubicBezTo>
                  <a:cubicBezTo>
                    <a:pt x="2486558" y="2343798"/>
                    <a:pt x="707780" y="3959448"/>
                    <a:pt x="96204" y="245622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1E1140A-CF20-01C0-FEBD-DDF694014630}"/>
                </a:ext>
              </a:extLst>
            </p:cNvPr>
            <p:cNvSpPr/>
            <p:nvPr userDrawn="1"/>
          </p:nvSpPr>
          <p:spPr>
            <a:xfrm>
              <a:off x="626466" y="172278"/>
              <a:ext cx="11009175" cy="6550785"/>
            </a:xfrm>
            <a:custGeom>
              <a:avLst/>
              <a:gdLst>
                <a:gd name="connsiteX0" fmla="*/ 5671719 w 11009175"/>
                <a:gd name="connsiteY0" fmla="*/ 133 h 6544064"/>
                <a:gd name="connsiteX1" fmla="*/ 8888406 w 11009175"/>
                <a:gd name="connsiteY1" fmla="*/ 5225085 h 6544064"/>
                <a:gd name="connsiteX2" fmla="*/ 579340 w 11009175"/>
                <a:gd name="connsiteY2" fmla="*/ 5973973 h 6544064"/>
                <a:gd name="connsiteX3" fmla="*/ 3799737 w 11009175"/>
                <a:gd name="connsiteY3" fmla="*/ 312285 h 6544064"/>
                <a:gd name="connsiteX4" fmla="*/ 5671719 w 11009175"/>
                <a:gd name="connsiteY4" fmla="*/ 133 h 6544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09175" h="6544064">
                  <a:moveTo>
                    <a:pt x="5671719" y="133"/>
                  </a:moveTo>
                  <a:cubicBezTo>
                    <a:pt x="10502895" y="-32605"/>
                    <a:pt x="13110484" y="6035901"/>
                    <a:pt x="8888406" y="5225085"/>
                  </a:cubicBezTo>
                  <a:cubicBezTo>
                    <a:pt x="4147828" y="4314695"/>
                    <a:pt x="2446109" y="7881365"/>
                    <a:pt x="579340" y="5973973"/>
                  </a:cubicBezTo>
                  <a:cubicBezTo>
                    <a:pt x="-1287429" y="4066581"/>
                    <a:pt x="1780200" y="902713"/>
                    <a:pt x="3799737" y="312285"/>
                  </a:cubicBezTo>
                  <a:cubicBezTo>
                    <a:pt x="4451579" y="100191"/>
                    <a:pt x="5078417" y="4154"/>
                    <a:pt x="5671719" y="13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en-US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65FD673-D2E9-EE17-D8AE-A8110B3A74B6}"/>
                </a:ext>
              </a:extLst>
            </p:cNvPr>
            <p:cNvSpPr/>
            <p:nvPr userDrawn="1"/>
          </p:nvSpPr>
          <p:spPr>
            <a:xfrm>
              <a:off x="6901379" y="-436534"/>
              <a:ext cx="2264079" cy="2285972"/>
            </a:xfrm>
            <a:custGeom>
              <a:avLst/>
              <a:gdLst>
                <a:gd name="connsiteX0" fmla="*/ 831964 w 1880411"/>
                <a:gd name="connsiteY0" fmla="*/ 1 h 1898594"/>
                <a:gd name="connsiteX1" fmla="*/ 1624530 w 1880411"/>
                <a:gd name="connsiteY1" fmla="*/ 228196 h 1898594"/>
                <a:gd name="connsiteX2" fmla="*/ 1527767 w 1880411"/>
                <a:gd name="connsiteY2" fmla="*/ 1893513 h 1898594"/>
                <a:gd name="connsiteX3" fmla="*/ 70 w 1880411"/>
                <a:gd name="connsiteY3" fmla="*/ 463167 h 1898594"/>
                <a:gd name="connsiteX4" fmla="*/ 831964 w 1880411"/>
                <a:gd name="connsiteY4" fmla="*/ 1 h 1898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0411" h="1898594">
                  <a:moveTo>
                    <a:pt x="831964" y="1"/>
                  </a:moveTo>
                  <a:cubicBezTo>
                    <a:pt x="1159479" y="-120"/>
                    <a:pt x="1489430" y="83433"/>
                    <a:pt x="1624530" y="228196"/>
                  </a:cubicBezTo>
                  <a:cubicBezTo>
                    <a:pt x="1933330" y="559082"/>
                    <a:pt x="2030335" y="1811248"/>
                    <a:pt x="1527767" y="1893513"/>
                  </a:cubicBezTo>
                  <a:cubicBezTo>
                    <a:pt x="1025200" y="1975779"/>
                    <a:pt x="11204" y="1040120"/>
                    <a:pt x="70" y="463167"/>
                  </a:cubicBezTo>
                  <a:cubicBezTo>
                    <a:pt x="-6193" y="138631"/>
                    <a:pt x="410873" y="157"/>
                    <a:pt x="831964" y="1"/>
                  </a:cubicBezTo>
                  <a:close/>
                </a:path>
              </a:pathLst>
            </a:custGeom>
            <a:noFill/>
            <a:ln w="4127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en-US" dirty="0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7004188A-F19F-AD61-BC9E-59C5047FBB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2687" y="1259488"/>
            <a:ext cx="9138662" cy="3294598"/>
          </a:xfrm>
        </p:spPr>
        <p:txBody>
          <a:bodyPr anchor="b">
            <a:noAutofit/>
          </a:bodyPr>
          <a:lstStyle>
            <a:lvl1pPr algn="ctr">
              <a:defRPr lang="en-US" sz="4800" kern="1200" spc="150" baseline="0" dirty="0">
                <a:solidFill>
                  <a:schemeClr val="bg1"/>
                </a:solidFill>
                <a:latin typeface="Bricolage Grotesque 14pt" panose="020B060504040200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515FD6-82C1-F27F-AB17-2E2DD0410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2687" y="4607259"/>
            <a:ext cx="9138662" cy="9331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BDB8F157-3EE6-DAE3-EFF8-8F6EFC1E38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7061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DCF72FCE-C217-1EA6-8CC0-E3CA88BCD2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3673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Slide Number Placeholder 8">
            <a:extLst>
              <a:ext uri="{FF2B5EF4-FFF2-40B4-BE49-F238E27FC236}">
                <a16:creationId xmlns:a16="http://schemas.microsoft.com/office/drawing/2014/main" id="{1DBAE54F-263B-CAB6-C611-143B20166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46365C-6E96-A688-42B8-41F1FE9291E0}"/>
              </a:ext>
            </a:extLst>
          </p:cNvPr>
          <p:cNvSpPr txBox="1"/>
          <p:nvPr userDrawn="1"/>
        </p:nvSpPr>
        <p:spPr>
          <a:xfrm>
            <a:off x="753627" y="706452"/>
            <a:ext cx="1561646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0" b="1" dirty="0">
                <a:solidFill>
                  <a:schemeClr val="accent6"/>
                </a:solidFill>
              </a:rPr>
              <a:t>“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FA821E-447D-7892-3193-D2A989DC2F37}"/>
              </a:ext>
            </a:extLst>
          </p:cNvPr>
          <p:cNvSpPr txBox="1"/>
          <p:nvPr userDrawn="1"/>
        </p:nvSpPr>
        <p:spPr>
          <a:xfrm rot="10800000">
            <a:off x="9759361" y="2329731"/>
            <a:ext cx="1561646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0" b="1" dirty="0">
                <a:solidFill>
                  <a:schemeClr val="bg1"/>
                </a:solidFill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4221553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87DCDA2-DF73-6705-DF03-98EE63647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7" y="525782"/>
            <a:ext cx="109696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38EF7E7-B64A-9D83-4A85-D049C5C090E6}"/>
              </a:ext>
            </a:extLst>
          </p:cNvPr>
          <p:cNvSpPr/>
          <p:nvPr userDrawn="1"/>
        </p:nvSpPr>
        <p:spPr>
          <a:xfrm>
            <a:off x="3588955" y="2496048"/>
            <a:ext cx="1920247" cy="1937932"/>
          </a:xfrm>
          <a:custGeom>
            <a:avLst/>
            <a:gdLst>
              <a:gd name="connsiteX0" fmla="*/ 952167 w 1920247"/>
              <a:gd name="connsiteY0" fmla="*/ 2069 h 1937932"/>
              <a:gd name="connsiteX1" fmla="*/ 1146020 w 1920247"/>
              <a:gd name="connsiteY1" fmla="*/ 28022 h 1937932"/>
              <a:gd name="connsiteX2" fmla="*/ 1729489 w 1920247"/>
              <a:gd name="connsiteY2" fmla="*/ 1846370 h 1937932"/>
              <a:gd name="connsiteX3" fmla="*/ 54139 w 1920247"/>
              <a:gd name="connsiteY3" fmla="*/ 1404954 h 1937932"/>
              <a:gd name="connsiteX4" fmla="*/ 952167 w 1920247"/>
              <a:gd name="connsiteY4" fmla="*/ 2069 h 1937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20247" h="1937932">
                <a:moveTo>
                  <a:pt x="952167" y="2069"/>
                </a:moveTo>
                <a:cubicBezTo>
                  <a:pt x="1013263" y="5702"/>
                  <a:pt x="1077832" y="14185"/>
                  <a:pt x="1146020" y="28022"/>
                </a:cubicBezTo>
                <a:cubicBezTo>
                  <a:pt x="2237027" y="249423"/>
                  <a:pt x="1911469" y="1616882"/>
                  <a:pt x="1729489" y="1846370"/>
                </a:cubicBezTo>
                <a:cubicBezTo>
                  <a:pt x="1547508" y="2075859"/>
                  <a:pt x="217779" y="1853787"/>
                  <a:pt x="54139" y="1404954"/>
                </a:cubicBezTo>
                <a:cubicBezTo>
                  <a:pt x="-99274" y="984173"/>
                  <a:pt x="35730" y="-52428"/>
                  <a:pt x="952167" y="2069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C82B8D0-A132-56B0-4DEB-57EABD6C4314}"/>
              </a:ext>
            </a:extLst>
          </p:cNvPr>
          <p:cNvSpPr/>
          <p:nvPr userDrawn="1"/>
        </p:nvSpPr>
        <p:spPr>
          <a:xfrm>
            <a:off x="862853" y="2633964"/>
            <a:ext cx="1919274" cy="1896766"/>
          </a:xfrm>
          <a:custGeom>
            <a:avLst/>
            <a:gdLst>
              <a:gd name="connsiteX0" fmla="*/ 950195 w 1919274"/>
              <a:gd name="connsiteY0" fmla="*/ 709 h 1896766"/>
              <a:gd name="connsiteX1" fmla="*/ 1832169 w 1919274"/>
              <a:gd name="connsiteY1" fmla="*/ 1069588 h 1896766"/>
              <a:gd name="connsiteX2" fmla="*/ 124282 w 1919274"/>
              <a:gd name="connsiteY2" fmla="*/ 1639242 h 1896766"/>
              <a:gd name="connsiteX3" fmla="*/ 764475 w 1919274"/>
              <a:gd name="connsiteY3" fmla="*/ 8116 h 1896766"/>
              <a:gd name="connsiteX4" fmla="*/ 950195 w 1919274"/>
              <a:gd name="connsiteY4" fmla="*/ 709 h 1896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274" h="1896766">
                <a:moveTo>
                  <a:pt x="950195" y="709"/>
                </a:moveTo>
                <a:cubicBezTo>
                  <a:pt x="1430402" y="15667"/>
                  <a:pt x="2174361" y="270758"/>
                  <a:pt x="1832169" y="1069588"/>
                </a:cubicBezTo>
                <a:cubicBezTo>
                  <a:pt x="1441093" y="1982536"/>
                  <a:pt x="509480" y="2087618"/>
                  <a:pt x="124282" y="1639242"/>
                </a:cubicBezTo>
                <a:cubicBezTo>
                  <a:pt x="-260916" y="1190866"/>
                  <a:pt x="333275" y="62351"/>
                  <a:pt x="764475" y="8116"/>
                </a:cubicBezTo>
                <a:cubicBezTo>
                  <a:pt x="818375" y="1336"/>
                  <a:pt x="881594" y="-1428"/>
                  <a:pt x="950195" y="709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62FE859-2C62-84DA-9B37-97FF966F50A4}"/>
              </a:ext>
            </a:extLst>
          </p:cNvPr>
          <p:cNvSpPr/>
          <p:nvPr userDrawn="1"/>
        </p:nvSpPr>
        <p:spPr>
          <a:xfrm>
            <a:off x="6304774" y="2538008"/>
            <a:ext cx="1934216" cy="2008138"/>
          </a:xfrm>
          <a:custGeom>
            <a:avLst/>
            <a:gdLst>
              <a:gd name="connsiteX0" fmla="*/ 1176955 w 1934216"/>
              <a:gd name="connsiteY0" fmla="*/ 963 h 2008138"/>
              <a:gd name="connsiteX1" fmla="*/ 1467457 w 1934216"/>
              <a:gd name="connsiteY1" fmla="*/ 78222 h 2008138"/>
              <a:gd name="connsiteX2" fmla="*/ 1799669 w 1934216"/>
              <a:gd name="connsiteY2" fmla="*/ 1496056 h 2008138"/>
              <a:gd name="connsiteX3" fmla="*/ 471237 w 1934216"/>
              <a:gd name="connsiteY3" fmla="*/ 1889092 h 2008138"/>
              <a:gd name="connsiteX4" fmla="*/ 78202 w 1934216"/>
              <a:gd name="connsiteY4" fmla="*/ 560659 h 2008138"/>
              <a:gd name="connsiteX5" fmla="*/ 1176955 w 1934216"/>
              <a:gd name="connsiteY5" fmla="*/ 963 h 2008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34216" h="2008138">
                <a:moveTo>
                  <a:pt x="1176955" y="963"/>
                </a:moveTo>
                <a:cubicBezTo>
                  <a:pt x="1279614" y="5871"/>
                  <a:pt x="1378325" y="29790"/>
                  <a:pt x="1467457" y="78222"/>
                </a:cubicBezTo>
                <a:cubicBezTo>
                  <a:pt x="1942827" y="336525"/>
                  <a:pt x="2057971" y="1020686"/>
                  <a:pt x="1799669" y="1496056"/>
                </a:cubicBezTo>
                <a:cubicBezTo>
                  <a:pt x="1541366" y="1971426"/>
                  <a:pt x="946607" y="2147394"/>
                  <a:pt x="471237" y="1889092"/>
                </a:cubicBezTo>
                <a:cubicBezTo>
                  <a:pt x="-4133" y="1630789"/>
                  <a:pt x="-87835" y="862471"/>
                  <a:pt x="78202" y="560659"/>
                </a:cubicBezTo>
                <a:cubicBezTo>
                  <a:pt x="213106" y="315438"/>
                  <a:pt x="732098" y="-20303"/>
                  <a:pt x="1176955" y="96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8BA79A8-9699-EB01-AE8C-7541EF8A89FF}"/>
              </a:ext>
            </a:extLst>
          </p:cNvPr>
          <p:cNvSpPr/>
          <p:nvPr userDrawn="1"/>
        </p:nvSpPr>
        <p:spPr>
          <a:xfrm>
            <a:off x="9434884" y="2520502"/>
            <a:ext cx="1940255" cy="1874587"/>
          </a:xfrm>
          <a:custGeom>
            <a:avLst/>
            <a:gdLst>
              <a:gd name="connsiteX0" fmla="*/ 769429 w 1940255"/>
              <a:gd name="connsiteY0" fmla="*/ 1 h 1874587"/>
              <a:gd name="connsiteX1" fmla="*/ 1809595 w 1940255"/>
              <a:gd name="connsiteY1" fmla="*/ 336815 h 1874587"/>
              <a:gd name="connsiteX2" fmla="*/ 957221 w 1940255"/>
              <a:gd name="connsiteY2" fmla="*/ 1873566 h 1874587"/>
              <a:gd name="connsiteX3" fmla="*/ 84652 w 1940255"/>
              <a:gd name="connsiteY3" fmla="*/ 174906 h 1874587"/>
              <a:gd name="connsiteX4" fmla="*/ 769429 w 1940255"/>
              <a:gd name="connsiteY4" fmla="*/ 1 h 1874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0255" h="1874587">
                <a:moveTo>
                  <a:pt x="769429" y="1"/>
                </a:moveTo>
                <a:cubicBezTo>
                  <a:pt x="1193227" y="-246"/>
                  <a:pt x="1677555" y="102767"/>
                  <a:pt x="1809595" y="336815"/>
                </a:cubicBezTo>
                <a:cubicBezTo>
                  <a:pt x="2044333" y="752901"/>
                  <a:pt x="2069738" y="1913836"/>
                  <a:pt x="957221" y="1873566"/>
                </a:cubicBezTo>
                <a:cubicBezTo>
                  <a:pt x="-155296" y="1833297"/>
                  <a:pt x="-57411" y="431031"/>
                  <a:pt x="84652" y="174906"/>
                </a:cubicBezTo>
                <a:cubicBezTo>
                  <a:pt x="146804" y="62851"/>
                  <a:pt x="439808" y="193"/>
                  <a:pt x="76942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7" name="Picture Placeholder 34">
            <a:extLst>
              <a:ext uri="{FF2B5EF4-FFF2-40B4-BE49-F238E27FC236}">
                <a16:creationId xmlns:a16="http://schemas.microsoft.com/office/drawing/2014/main" id="{BD7C1ABC-AC0C-C2E3-CBCA-1347F256FA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0054" y="2612809"/>
            <a:ext cx="2011680" cy="2011680"/>
          </a:xfrm>
          <a:prstGeom prst="ellipse">
            <a:avLst/>
          </a:pr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28" name="Picture Placeholder 35">
            <a:extLst>
              <a:ext uri="{FF2B5EF4-FFF2-40B4-BE49-F238E27FC236}">
                <a16:creationId xmlns:a16="http://schemas.microsoft.com/office/drawing/2014/main" id="{B9455E4F-8D51-477F-12FC-8C2AAC46A80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76324" y="2585763"/>
            <a:ext cx="2011680" cy="2011680"/>
          </a:xfrm>
          <a:prstGeom prst="ellipse">
            <a:avLst/>
          </a:pr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32" name="Picture Placeholder 36">
            <a:extLst>
              <a:ext uri="{FF2B5EF4-FFF2-40B4-BE49-F238E27FC236}">
                <a16:creationId xmlns:a16="http://schemas.microsoft.com/office/drawing/2014/main" id="{AD677FD6-3BB4-BA30-6DAD-B123CF91F95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18874" y="2547935"/>
            <a:ext cx="2011680" cy="2011680"/>
          </a:xfrm>
          <a:prstGeom prst="ellipse">
            <a:avLst/>
          </a:pr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33" name="Picture Placeholder 37">
            <a:extLst>
              <a:ext uri="{FF2B5EF4-FFF2-40B4-BE49-F238E27FC236}">
                <a16:creationId xmlns:a16="http://schemas.microsoft.com/office/drawing/2014/main" id="{3BDBFA18-1F10-8BF5-9D56-E060492428E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220110" y="2547934"/>
            <a:ext cx="2011680" cy="2011680"/>
          </a:xfrm>
          <a:prstGeom prst="ellipse">
            <a:avLst/>
          </a:pr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id="{2FAFE92C-2FDE-D22E-8BA5-81FB2954687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734" y="4757530"/>
            <a:ext cx="2468880" cy="523598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73280C80-B13C-33FE-EEF9-850E533950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51468" y="4757530"/>
            <a:ext cx="2468880" cy="523598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8688BAC9-3366-B901-37D2-C737C7C834A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64031" y="4757530"/>
            <a:ext cx="2468880" cy="523598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DAA97EA7-13CE-B504-A5C5-FEDC8286950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67503" y="4757530"/>
            <a:ext cx="2468880" cy="523598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FFD13F71-FE70-2123-3C5A-012B582FDAE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5734" y="5380062"/>
            <a:ext cx="2468880" cy="36576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tx2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5C023DD1-9A88-B04A-1AC1-098F5B25D60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51468" y="5380062"/>
            <a:ext cx="2468880" cy="36576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tx2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6" name="Text Placeholder 39">
            <a:extLst>
              <a:ext uri="{FF2B5EF4-FFF2-40B4-BE49-F238E27FC236}">
                <a16:creationId xmlns:a16="http://schemas.microsoft.com/office/drawing/2014/main" id="{4C3D15C5-F91C-11AC-BC87-C8C5407A6D3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264031" y="5380062"/>
            <a:ext cx="2468880" cy="36576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tx2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74CCC5BF-80BE-E63B-107C-FA99D4BBD61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67503" y="5380062"/>
            <a:ext cx="2468880" cy="36576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tx2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8" name="Date Placeholder 6">
            <a:extLst>
              <a:ext uri="{FF2B5EF4-FFF2-40B4-BE49-F238E27FC236}">
                <a16:creationId xmlns:a16="http://schemas.microsoft.com/office/drawing/2014/main" id="{CDB4B106-8A93-32CF-51DB-A471920680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7061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9" name="Footer Placeholder 7">
            <a:extLst>
              <a:ext uri="{FF2B5EF4-FFF2-40B4-BE49-F238E27FC236}">
                <a16:creationId xmlns:a16="http://schemas.microsoft.com/office/drawing/2014/main" id="{5E7A080E-BFE2-C34F-3536-5B57C081B7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3673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0" name="Slide Number Placeholder 8">
            <a:extLst>
              <a:ext uri="{FF2B5EF4-FFF2-40B4-BE49-F238E27FC236}">
                <a16:creationId xmlns:a16="http://schemas.microsoft.com/office/drawing/2014/main" id="{A5E50E89-B74E-4E16-8E57-8320EF2BAD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7D7D4A71-5F97-C459-0084-B7A50D735401}"/>
              </a:ext>
            </a:extLst>
          </p:cNvPr>
          <p:cNvSpPr/>
          <p:nvPr userDrawn="1"/>
        </p:nvSpPr>
        <p:spPr>
          <a:xfrm>
            <a:off x="11205696" y="6374096"/>
            <a:ext cx="485702" cy="490399"/>
          </a:xfrm>
          <a:custGeom>
            <a:avLst/>
            <a:gdLst>
              <a:gd name="connsiteX0" fmla="*/ 831964 w 1880411"/>
              <a:gd name="connsiteY0" fmla="*/ 1 h 1898594"/>
              <a:gd name="connsiteX1" fmla="*/ 1624530 w 1880411"/>
              <a:gd name="connsiteY1" fmla="*/ 228196 h 1898594"/>
              <a:gd name="connsiteX2" fmla="*/ 1527767 w 1880411"/>
              <a:gd name="connsiteY2" fmla="*/ 1893513 h 1898594"/>
              <a:gd name="connsiteX3" fmla="*/ 70 w 1880411"/>
              <a:gd name="connsiteY3" fmla="*/ 463167 h 1898594"/>
              <a:gd name="connsiteX4" fmla="*/ 831964 w 1880411"/>
              <a:gd name="connsiteY4" fmla="*/ 1 h 189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0411" h="1898594">
                <a:moveTo>
                  <a:pt x="831964" y="1"/>
                </a:moveTo>
                <a:cubicBezTo>
                  <a:pt x="1159479" y="-120"/>
                  <a:pt x="1489430" y="83433"/>
                  <a:pt x="1624530" y="228196"/>
                </a:cubicBezTo>
                <a:cubicBezTo>
                  <a:pt x="1933330" y="559082"/>
                  <a:pt x="2030335" y="1811248"/>
                  <a:pt x="1527767" y="1893513"/>
                </a:cubicBezTo>
                <a:cubicBezTo>
                  <a:pt x="1025200" y="1975779"/>
                  <a:pt x="11204" y="1040120"/>
                  <a:pt x="70" y="463167"/>
                </a:cubicBezTo>
                <a:cubicBezTo>
                  <a:pt x="-6193" y="138631"/>
                  <a:pt x="410873" y="157"/>
                  <a:pt x="831964" y="1"/>
                </a:cubicBezTo>
                <a:close/>
              </a:path>
            </a:pathLst>
          </a:custGeom>
          <a:noFill/>
          <a:ln w="158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600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Placeholder 1">
            <a:extLst>
              <a:ext uri="{FF2B5EF4-FFF2-40B4-BE49-F238E27FC236}">
                <a16:creationId xmlns:a16="http://schemas.microsoft.com/office/drawing/2014/main" id="{F0F7EE35-0E04-8176-46F6-2B2F01D79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7" y="525782"/>
            <a:ext cx="109696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9" name="Triangle 2">
            <a:extLst>
              <a:ext uri="{FF2B5EF4-FFF2-40B4-BE49-F238E27FC236}">
                <a16:creationId xmlns:a16="http://schemas.microsoft.com/office/drawing/2014/main" id="{A26231CC-E527-B6B1-9EFC-D640A69144DD}"/>
              </a:ext>
            </a:extLst>
          </p:cNvPr>
          <p:cNvSpPr/>
          <p:nvPr userDrawn="1"/>
        </p:nvSpPr>
        <p:spPr>
          <a:xfrm rot="21394394">
            <a:off x="9892066" y="1983251"/>
            <a:ext cx="1475500" cy="1314452"/>
          </a:xfrm>
          <a:custGeom>
            <a:avLst/>
            <a:gdLst>
              <a:gd name="connsiteX0" fmla="*/ 0 w 4306493"/>
              <a:gd name="connsiteY0" fmla="*/ 3712494 h 3712494"/>
              <a:gd name="connsiteX1" fmla="*/ 2153247 w 4306493"/>
              <a:gd name="connsiteY1" fmla="*/ 0 h 3712494"/>
              <a:gd name="connsiteX2" fmla="*/ 4306493 w 4306493"/>
              <a:gd name="connsiteY2" fmla="*/ 3712494 h 3712494"/>
              <a:gd name="connsiteX3" fmla="*/ 0 w 4306493"/>
              <a:gd name="connsiteY3" fmla="*/ 3712494 h 3712494"/>
              <a:gd name="connsiteX0" fmla="*/ 0 w 4306493"/>
              <a:gd name="connsiteY0" fmla="*/ 3696452 h 3696452"/>
              <a:gd name="connsiteX1" fmla="*/ 2329710 w 4306493"/>
              <a:gd name="connsiteY1" fmla="*/ 0 h 3696452"/>
              <a:gd name="connsiteX2" fmla="*/ 4306493 w 4306493"/>
              <a:gd name="connsiteY2" fmla="*/ 3696452 h 3696452"/>
              <a:gd name="connsiteX3" fmla="*/ 0 w 4306493"/>
              <a:gd name="connsiteY3" fmla="*/ 3696452 h 3696452"/>
              <a:gd name="connsiteX0" fmla="*/ 37309 w 4402235"/>
              <a:gd name="connsiteY0" fmla="*/ 3696452 h 3696452"/>
              <a:gd name="connsiteX1" fmla="*/ 2367019 w 4402235"/>
              <a:gd name="connsiteY1" fmla="*/ 0 h 3696452"/>
              <a:gd name="connsiteX2" fmla="*/ 4343802 w 4402235"/>
              <a:gd name="connsiteY2" fmla="*/ 3696452 h 3696452"/>
              <a:gd name="connsiteX3" fmla="*/ 37309 w 4402235"/>
              <a:gd name="connsiteY3" fmla="*/ 3696452 h 3696452"/>
              <a:gd name="connsiteX0" fmla="*/ 37309 w 4758551"/>
              <a:gd name="connsiteY0" fmla="*/ 3696452 h 3696452"/>
              <a:gd name="connsiteX1" fmla="*/ 2367019 w 4758551"/>
              <a:gd name="connsiteY1" fmla="*/ 0 h 3696452"/>
              <a:gd name="connsiteX2" fmla="*/ 4343802 w 4758551"/>
              <a:gd name="connsiteY2" fmla="*/ 3696452 h 3696452"/>
              <a:gd name="connsiteX3" fmla="*/ 37309 w 4758551"/>
              <a:gd name="connsiteY3" fmla="*/ 3696452 h 3696452"/>
              <a:gd name="connsiteX0" fmla="*/ 379572 w 5100814"/>
              <a:gd name="connsiteY0" fmla="*/ 3696452 h 3696452"/>
              <a:gd name="connsiteX1" fmla="*/ 2709282 w 5100814"/>
              <a:gd name="connsiteY1" fmla="*/ 0 h 3696452"/>
              <a:gd name="connsiteX2" fmla="*/ 4686065 w 5100814"/>
              <a:gd name="connsiteY2" fmla="*/ 3696452 h 3696452"/>
              <a:gd name="connsiteX3" fmla="*/ 379572 w 5100814"/>
              <a:gd name="connsiteY3" fmla="*/ 3696452 h 3696452"/>
              <a:gd name="connsiteX0" fmla="*/ 527795 w 5425824"/>
              <a:gd name="connsiteY0" fmla="*/ 3696657 h 3696657"/>
              <a:gd name="connsiteX1" fmla="*/ 2857505 w 5425824"/>
              <a:gd name="connsiteY1" fmla="*/ 205 h 3696657"/>
              <a:gd name="connsiteX2" fmla="*/ 4834288 w 5425824"/>
              <a:gd name="connsiteY2" fmla="*/ 3696657 h 3696657"/>
              <a:gd name="connsiteX3" fmla="*/ 527795 w 5425824"/>
              <a:gd name="connsiteY3" fmla="*/ 3696657 h 3696657"/>
              <a:gd name="connsiteX0" fmla="*/ 507350 w 5405379"/>
              <a:gd name="connsiteY0" fmla="*/ 3696679 h 3853535"/>
              <a:gd name="connsiteX1" fmla="*/ 2837060 w 5405379"/>
              <a:gd name="connsiteY1" fmla="*/ 227 h 3853535"/>
              <a:gd name="connsiteX2" fmla="*/ 4813843 w 5405379"/>
              <a:gd name="connsiteY2" fmla="*/ 3696679 h 3853535"/>
              <a:gd name="connsiteX3" fmla="*/ 507350 w 5405379"/>
              <a:gd name="connsiteY3" fmla="*/ 3696679 h 3853535"/>
              <a:gd name="connsiteX0" fmla="*/ 321130 w 5326541"/>
              <a:gd name="connsiteY0" fmla="*/ 2552473 h 3795422"/>
              <a:gd name="connsiteX1" fmla="*/ 3260440 w 5326541"/>
              <a:gd name="connsiteY1" fmla="*/ 11053 h 3795422"/>
              <a:gd name="connsiteX2" fmla="*/ 5237223 w 5326541"/>
              <a:gd name="connsiteY2" fmla="*/ 3707505 h 3795422"/>
              <a:gd name="connsiteX3" fmla="*/ 321130 w 5326541"/>
              <a:gd name="connsiteY3" fmla="*/ 2552473 h 3795422"/>
              <a:gd name="connsiteX0" fmla="*/ 131275 w 5136686"/>
              <a:gd name="connsiteY0" fmla="*/ 2556035 h 3848881"/>
              <a:gd name="connsiteX1" fmla="*/ 3070585 w 5136686"/>
              <a:gd name="connsiteY1" fmla="*/ 14615 h 3848881"/>
              <a:gd name="connsiteX2" fmla="*/ 5047368 w 5136686"/>
              <a:gd name="connsiteY2" fmla="*/ 3711067 h 3848881"/>
              <a:gd name="connsiteX3" fmla="*/ 131275 w 5136686"/>
              <a:gd name="connsiteY3" fmla="*/ 2556035 h 3848881"/>
              <a:gd name="connsiteX0" fmla="*/ 139833 w 5155503"/>
              <a:gd name="connsiteY0" fmla="*/ 2577742 h 3870588"/>
              <a:gd name="connsiteX1" fmla="*/ 3079143 w 5155503"/>
              <a:gd name="connsiteY1" fmla="*/ 36322 h 3870588"/>
              <a:gd name="connsiteX2" fmla="*/ 5055926 w 5155503"/>
              <a:gd name="connsiteY2" fmla="*/ 3732774 h 3870588"/>
              <a:gd name="connsiteX3" fmla="*/ 139833 w 5155503"/>
              <a:gd name="connsiteY3" fmla="*/ 2577742 h 3870588"/>
              <a:gd name="connsiteX0" fmla="*/ 26029 w 5061836"/>
              <a:gd name="connsiteY0" fmla="*/ 2477397 h 3730043"/>
              <a:gd name="connsiteX1" fmla="*/ 3141802 w 5061836"/>
              <a:gd name="connsiteY1" fmla="*/ 32230 h 3730043"/>
              <a:gd name="connsiteX2" fmla="*/ 4942122 w 5061836"/>
              <a:gd name="connsiteY2" fmla="*/ 3632429 h 3730043"/>
              <a:gd name="connsiteX3" fmla="*/ 26029 w 5061836"/>
              <a:gd name="connsiteY3" fmla="*/ 2477397 h 3730043"/>
              <a:gd name="connsiteX0" fmla="*/ 116397 w 5152204"/>
              <a:gd name="connsiteY0" fmla="*/ 2487445 h 3802029"/>
              <a:gd name="connsiteX1" fmla="*/ 3232170 w 5152204"/>
              <a:gd name="connsiteY1" fmla="*/ 42278 h 3802029"/>
              <a:gd name="connsiteX2" fmla="*/ 5032490 w 5152204"/>
              <a:gd name="connsiteY2" fmla="*/ 3642477 h 3802029"/>
              <a:gd name="connsiteX3" fmla="*/ 116397 w 5152204"/>
              <a:gd name="connsiteY3" fmla="*/ 2487445 h 3802029"/>
              <a:gd name="connsiteX0" fmla="*/ 116397 w 5311374"/>
              <a:gd name="connsiteY0" fmla="*/ 2487445 h 3961862"/>
              <a:gd name="connsiteX1" fmla="*/ 3232170 w 5311374"/>
              <a:gd name="connsiteY1" fmla="*/ 42278 h 3961862"/>
              <a:gd name="connsiteX2" fmla="*/ 5032490 w 5311374"/>
              <a:gd name="connsiteY2" fmla="*/ 3642477 h 3961862"/>
              <a:gd name="connsiteX3" fmla="*/ 116397 w 5311374"/>
              <a:gd name="connsiteY3" fmla="*/ 2487445 h 3961862"/>
              <a:gd name="connsiteX0" fmla="*/ 33816 w 5047402"/>
              <a:gd name="connsiteY0" fmla="*/ 3234353 h 4544470"/>
              <a:gd name="connsiteX1" fmla="*/ 2953052 w 5047402"/>
              <a:gd name="connsiteY1" fmla="*/ 25473 h 4544470"/>
              <a:gd name="connsiteX2" fmla="*/ 4949909 w 5047402"/>
              <a:gd name="connsiteY2" fmla="*/ 4389385 h 4544470"/>
              <a:gd name="connsiteX3" fmla="*/ 33816 w 5047402"/>
              <a:gd name="connsiteY3" fmla="*/ 3234353 h 4544470"/>
              <a:gd name="connsiteX0" fmla="*/ 51952 w 5065538"/>
              <a:gd name="connsiteY0" fmla="*/ 3240171 h 4628936"/>
              <a:gd name="connsiteX1" fmla="*/ 2971188 w 5065538"/>
              <a:gd name="connsiteY1" fmla="*/ 31291 h 4628936"/>
              <a:gd name="connsiteX2" fmla="*/ 4968045 w 5065538"/>
              <a:gd name="connsiteY2" fmla="*/ 4395203 h 4628936"/>
              <a:gd name="connsiteX3" fmla="*/ 51952 w 5065538"/>
              <a:gd name="connsiteY3" fmla="*/ 3240171 h 4628936"/>
              <a:gd name="connsiteX0" fmla="*/ 51952 w 5393218"/>
              <a:gd name="connsiteY0" fmla="*/ 3240171 h 5081380"/>
              <a:gd name="connsiteX1" fmla="*/ 2971188 w 5393218"/>
              <a:gd name="connsiteY1" fmla="*/ 31291 h 5081380"/>
              <a:gd name="connsiteX2" fmla="*/ 4968045 w 5393218"/>
              <a:gd name="connsiteY2" fmla="*/ 4395203 h 5081380"/>
              <a:gd name="connsiteX3" fmla="*/ 51952 w 5393218"/>
              <a:gd name="connsiteY3" fmla="*/ 3240171 h 5081380"/>
              <a:gd name="connsiteX0" fmla="*/ 21176 w 5076250"/>
              <a:gd name="connsiteY0" fmla="*/ 3171600 h 4476643"/>
              <a:gd name="connsiteX1" fmla="*/ 3281878 w 5076250"/>
              <a:gd name="connsiteY1" fmla="*/ 25924 h 4476643"/>
              <a:gd name="connsiteX2" fmla="*/ 4937269 w 5076250"/>
              <a:gd name="connsiteY2" fmla="*/ 4326632 h 4476643"/>
              <a:gd name="connsiteX3" fmla="*/ 21176 w 5076250"/>
              <a:gd name="connsiteY3" fmla="*/ 3171600 h 4476643"/>
              <a:gd name="connsiteX0" fmla="*/ 21176 w 5399462"/>
              <a:gd name="connsiteY0" fmla="*/ 3171600 h 4810123"/>
              <a:gd name="connsiteX1" fmla="*/ 3281878 w 5399462"/>
              <a:gd name="connsiteY1" fmla="*/ 25924 h 4810123"/>
              <a:gd name="connsiteX2" fmla="*/ 4937269 w 5399462"/>
              <a:gd name="connsiteY2" fmla="*/ 4326632 h 4810123"/>
              <a:gd name="connsiteX3" fmla="*/ 21176 w 5399462"/>
              <a:gd name="connsiteY3" fmla="*/ 3171600 h 4810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99462" h="4810123">
                <a:moveTo>
                  <a:pt x="21176" y="3171600"/>
                </a:moveTo>
                <a:cubicBezTo>
                  <a:pt x="-254722" y="2454815"/>
                  <a:pt x="2237939" y="-294918"/>
                  <a:pt x="3281878" y="25924"/>
                </a:cubicBezTo>
                <a:cubicBezTo>
                  <a:pt x="4325817" y="346766"/>
                  <a:pt x="6296743" y="2993163"/>
                  <a:pt x="4937269" y="4326632"/>
                </a:cubicBezTo>
                <a:cubicBezTo>
                  <a:pt x="3577795" y="5660101"/>
                  <a:pt x="297074" y="3888385"/>
                  <a:pt x="21176" y="3171600"/>
                </a:cubicBezTo>
                <a:close/>
              </a:path>
            </a:pathLst>
          </a:cu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0" name="Triangle 2">
            <a:extLst>
              <a:ext uri="{FF2B5EF4-FFF2-40B4-BE49-F238E27FC236}">
                <a16:creationId xmlns:a16="http://schemas.microsoft.com/office/drawing/2014/main" id="{6C3C73F1-F62F-386E-D005-2A0680C42FB0}"/>
              </a:ext>
            </a:extLst>
          </p:cNvPr>
          <p:cNvSpPr/>
          <p:nvPr userDrawn="1"/>
        </p:nvSpPr>
        <p:spPr>
          <a:xfrm rot="7688314">
            <a:off x="4057001" y="2038974"/>
            <a:ext cx="1540625" cy="1331572"/>
          </a:xfrm>
          <a:custGeom>
            <a:avLst/>
            <a:gdLst>
              <a:gd name="connsiteX0" fmla="*/ 0 w 4306493"/>
              <a:gd name="connsiteY0" fmla="*/ 3712494 h 3712494"/>
              <a:gd name="connsiteX1" fmla="*/ 2153247 w 4306493"/>
              <a:gd name="connsiteY1" fmla="*/ 0 h 3712494"/>
              <a:gd name="connsiteX2" fmla="*/ 4306493 w 4306493"/>
              <a:gd name="connsiteY2" fmla="*/ 3712494 h 3712494"/>
              <a:gd name="connsiteX3" fmla="*/ 0 w 4306493"/>
              <a:gd name="connsiteY3" fmla="*/ 3712494 h 3712494"/>
              <a:gd name="connsiteX0" fmla="*/ 0 w 4306493"/>
              <a:gd name="connsiteY0" fmla="*/ 3696452 h 3696452"/>
              <a:gd name="connsiteX1" fmla="*/ 2329710 w 4306493"/>
              <a:gd name="connsiteY1" fmla="*/ 0 h 3696452"/>
              <a:gd name="connsiteX2" fmla="*/ 4306493 w 4306493"/>
              <a:gd name="connsiteY2" fmla="*/ 3696452 h 3696452"/>
              <a:gd name="connsiteX3" fmla="*/ 0 w 4306493"/>
              <a:gd name="connsiteY3" fmla="*/ 3696452 h 3696452"/>
              <a:gd name="connsiteX0" fmla="*/ 37309 w 4402235"/>
              <a:gd name="connsiteY0" fmla="*/ 3696452 h 3696452"/>
              <a:gd name="connsiteX1" fmla="*/ 2367019 w 4402235"/>
              <a:gd name="connsiteY1" fmla="*/ 0 h 3696452"/>
              <a:gd name="connsiteX2" fmla="*/ 4343802 w 4402235"/>
              <a:gd name="connsiteY2" fmla="*/ 3696452 h 3696452"/>
              <a:gd name="connsiteX3" fmla="*/ 37309 w 4402235"/>
              <a:gd name="connsiteY3" fmla="*/ 3696452 h 3696452"/>
              <a:gd name="connsiteX0" fmla="*/ 37309 w 4758551"/>
              <a:gd name="connsiteY0" fmla="*/ 3696452 h 3696452"/>
              <a:gd name="connsiteX1" fmla="*/ 2367019 w 4758551"/>
              <a:gd name="connsiteY1" fmla="*/ 0 h 3696452"/>
              <a:gd name="connsiteX2" fmla="*/ 4343802 w 4758551"/>
              <a:gd name="connsiteY2" fmla="*/ 3696452 h 3696452"/>
              <a:gd name="connsiteX3" fmla="*/ 37309 w 4758551"/>
              <a:gd name="connsiteY3" fmla="*/ 3696452 h 3696452"/>
              <a:gd name="connsiteX0" fmla="*/ 379572 w 5100814"/>
              <a:gd name="connsiteY0" fmla="*/ 3696452 h 3696452"/>
              <a:gd name="connsiteX1" fmla="*/ 2709282 w 5100814"/>
              <a:gd name="connsiteY1" fmla="*/ 0 h 3696452"/>
              <a:gd name="connsiteX2" fmla="*/ 4686065 w 5100814"/>
              <a:gd name="connsiteY2" fmla="*/ 3696452 h 3696452"/>
              <a:gd name="connsiteX3" fmla="*/ 379572 w 5100814"/>
              <a:gd name="connsiteY3" fmla="*/ 3696452 h 3696452"/>
              <a:gd name="connsiteX0" fmla="*/ 527795 w 5425824"/>
              <a:gd name="connsiteY0" fmla="*/ 3696657 h 3696657"/>
              <a:gd name="connsiteX1" fmla="*/ 2857505 w 5425824"/>
              <a:gd name="connsiteY1" fmla="*/ 205 h 3696657"/>
              <a:gd name="connsiteX2" fmla="*/ 4834288 w 5425824"/>
              <a:gd name="connsiteY2" fmla="*/ 3696657 h 3696657"/>
              <a:gd name="connsiteX3" fmla="*/ 527795 w 5425824"/>
              <a:gd name="connsiteY3" fmla="*/ 3696657 h 3696657"/>
              <a:gd name="connsiteX0" fmla="*/ 507350 w 5405379"/>
              <a:gd name="connsiteY0" fmla="*/ 3696679 h 3853535"/>
              <a:gd name="connsiteX1" fmla="*/ 2837060 w 5405379"/>
              <a:gd name="connsiteY1" fmla="*/ 227 h 3853535"/>
              <a:gd name="connsiteX2" fmla="*/ 4813843 w 5405379"/>
              <a:gd name="connsiteY2" fmla="*/ 3696679 h 3853535"/>
              <a:gd name="connsiteX3" fmla="*/ 507350 w 5405379"/>
              <a:gd name="connsiteY3" fmla="*/ 3696679 h 3853535"/>
              <a:gd name="connsiteX0" fmla="*/ 321130 w 5326541"/>
              <a:gd name="connsiteY0" fmla="*/ 2552473 h 3795422"/>
              <a:gd name="connsiteX1" fmla="*/ 3260440 w 5326541"/>
              <a:gd name="connsiteY1" fmla="*/ 11053 h 3795422"/>
              <a:gd name="connsiteX2" fmla="*/ 5237223 w 5326541"/>
              <a:gd name="connsiteY2" fmla="*/ 3707505 h 3795422"/>
              <a:gd name="connsiteX3" fmla="*/ 321130 w 5326541"/>
              <a:gd name="connsiteY3" fmla="*/ 2552473 h 3795422"/>
              <a:gd name="connsiteX0" fmla="*/ 131275 w 5136686"/>
              <a:gd name="connsiteY0" fmla="*/ 2556035 h 3848881"/>
              <a:gd name="connsiteX1" fmla="*/ 3070585 w 5136686"/>
              <a:gd name="connsiteY1" fmla="*/ 14615 h 3848881"/>
              <a:gd name="connsiteX2" fmla="*/ 5047368 w 5136686"/>
              <a:gd name="connsiteY2" fmla="*/ 3711067 h 3848881"/>
              <a:gd name="connsiteX3" fmla="*/ 131275 w 5136686"/>
              <a:gd name="connsiteY3" fmla="*/ 2556035 h 3848881"/>
              <a:gd name="connsiteX0" fmla="*/ 139833 w 5155503"/>
              <a:gd name="connsiteY0" fmla="*/ 2577742 h 3870588"/>
              <a:gd name="connsiteX1" fmla="*/ 3079143 w 5155503"/>
              <a:gd name="connsiteY1" fmla="*/ 36322 h 3870588"/>
              <a:gd name="connsiteX2" fmla="*/ 5055926 w 5155503"/>
              <a:gd name="connsiteY2" fmla="*/ 3732774 h 3870588"/>
              <a:gd name="connsiteX3" fmla="*/ 139833 w 5155503"/>
              <a:gd name="connsiteY3" fmla="*/ 2577742 h 3870588"/>
              <a:gd name="connsiteX0" fmla="*/ 26029 w 5061836"/>
              <a:gd name="connsiteY0" fmla="*/ 2477397 h 3730043"/>
              <a:gd name="connsiteX1" fmla="*/ 3141802 w 5061836"/>
              <a:gd name="connsiteY1" fmla="*/ 32230 h 3730043"/>
              <a:gd name="connsiteX2" fmla="*/ 4942122 w 5061836"/>
              <a:gd name="connsiteY2" fmla="*/ 3632429 h 3730043"/>
              <a:gd name="connsiteX3" fmla="*/ 26029 w 5061836"/>
              <a:gd name="connsiteY3" fmla="*/ 2477397 h 3730043"/>
              <a:gd name="connsiteX0" fmla="*/ 116397 w 5152204"/>
              <a:gd name="connsiteY0" fmla="*/ 2487445 h 3802029"/>
              <a:gd name="connsiteX1" fmla="*/ 3232170 w 5152204"/>
              <a:gd name="connsiteY1" fmla="*/ 42278 h 3802029"/>
              <a:gd name="connsiteX2" fmla="*/ 5032490 w 5152204"/>
              <a:gd name="connsiteY2" fmla="*/ 3642477 h 3802029"/>
              <a:gd name="connsiteX3" fmla="*/ 116397 w 5152204"/>
              <a:gd name="connsiteY3" fmla="*/ 2487445 h 3802029"/>
              <a:gd name="connsiteX0" fmla="*/ 116397 w 5311374"/>
              <a:gd name="connsiteY0" fmla="*/ 2487445 h 3961862"/>
              <a:gd name="connsiteX1" fmla="*/ 3232170 w 5311374"/>
              <a:gd name="connsiteY1" fmla="*/ 42278 h 3961862"/>
              <a:gd name="connsiteX2" fmla="*/ 5032490 w 5311374"/>
              <a:gd name="connsiteY2" fmla="*/ 3642477 h 3961862"/>
              <a:gd name="connsiteX3" fmla="*/ 116397 w 5311374"/>
              <a:gd name="connsiteY3" fmla="*/ 2487445 h 3961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11374" h="3961862">
                <a:moveTo>
                  <a:pt x="116397" y="2487445"/>
                </a:moveTo>
                <a:cubicBezTo>
                  <a:pt x="-600751" y="1293854"/>
                  <a:pt x="2188231" y="-278564"/>
                  <a:pt x="3232170" y="42278"/>
                </a:cubicBezTo>
                <a:cubicBezTo>
                  <a:pt x="4276109" y="363120"/>
                  <a:pt x="5984922" y="2865980"/>
                  <a:pt x="5032490" y="3642477"/>
                </a:cubicBezTo>
                <a:cubicBezTo>
                  <a:pt x="4080058" y="4418974"/>
                  <a:pt x="833545" y="3681036"/>
                  <a:pt x="116397" y="2487445"/>
                </a:cubicBezTo>
                <a:close/>
              </a:path>
            </a:pathLst>
          </a:cu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1" name="Oval 7">
            <a:extLst>
              <a:ext uri="{FF2B5EF4-FFF2-40B4-BE49-F238E27FC236}">
                <a16:creationId xmlns:a16="http://schemas.microsoft.com/office/drawing/2014/main" id="{3FA91774-95F2-36E4-3790-1CEE3B3333F8}"/>
              </a:ext>
            </a:extLst>
          </p:cNvPr>
          <p:cNvSpPr/>
          <p:nvPr userDrawn="1"/>
        </p:nvSpPr>
        <p:spPr>
          <a:xfrm rot="18434137">
            <a:off x="831871" y="2067247"/>
            <a:ext cx="1375578" cy="1155788"/>
          </a:xfrm>
          <a:custGeom>
            <a:avLst/>
            <a:gdLst>
              <a:gd name="connsiteX0" fmla="*/ 0 w 1850045"/>
              <a:gd name="connsiteY0" fmla="*/ 925023 h 1850045"/>
              <a:gd name="connsiteX1" fmla="*/ 925023 w 1850045"/>
              <a:gd name="connsiteY1" fmla="*/ 0 h 1850045"/>
              <a:gd name="connsiteX2" fmla="*/ 1850046 w 1850045"/>
              <a:gd name="connsiteY2" fmla="*/ 925023 h 1850045"/>
              <a:gd name="connsiteX3" fmla="*/ 925023 w 1850045"/>
              <a:gd name="connsiteY3" fmla="*/ 1850046 h 1850045"/>
              <a:gd name="connsiteX4" fmla="*/ 0 w 1850045"/>
              <a:gd name="connsiteY4" fmla="*/ 925023 h 1850045"/>
              <a:gd name="connsiteX0" fmla="*/ 0 w 1850046"/>
              <a:gd name="connsiteY0" fmla="*/ 843743 h 1768766"/>
              <a:gd name="connsiteX1" fmla="*/ 925023 w 1850046"/>
              <a:gd name="connsiteY1" fmla="*/ 0 h 1768766"/>
              <a:gd name="connsiteX2" fmla="*/ 1850046 w 1850046"/>
              <a:gd name="connsiteY2" fmla="*/ 843743 h 1768766"/>
              <a:gd name="connsiteX3" fmla="*/ 925023 w 1850046"/>
              <a:gd name="connsiteY3" fmla="*/ 1768766 h 1768766"/>
              <a:gd name="connsiteX4" fmla="*/ 0 w 1850046"/>
              <a:gd name="connsiteY4" fmla="*/ 843743 h 1768766"/>
              <a:gd name="connsiteX0" fmla="*/ 5 w 1850051"/>
              <a:gd name="connsiteY0" fmla="*/ 843743 h 1657006"/>
              <a:gd name="connsiteX1" fmla="*/ 925028 w 1850051"/>
              <a:gd name="connsiteY1" fmla="*/ 0 h 1657006"/>
              <a:gd name="connsiteX2" fmla="*/ 1850051 w 1850051"/>
              <a:gd name="connsiteY2" fmla="*/ 843743 h 1657006"/>
              <a:gd name="connsiteX3" fmla="*/ 935188 w 1850051"/>
              <a:gd name="connsiteY3" fmla="*/ 1657006 h 1657006"/>
              <a:gd name="connsiteX4" fmla="*/ 5 w 1850051"/>
              <a:gd name="connsiteY4" fmla="*/ 843743 h 1657006"/>
              <a:gd name="connsiteX0" fmla="*/ 2 w 1971968"/>
              <a:gd name="connsiteY0" fmla="*/ 843743 h 1657006"/>
              <a:gd name="connsiteX1" fmla="*/ 1046945 w 1971968"/>
              <a:gd name="connsiteY1" fmla="*/ 0 h 1657006"/>
              <a:gd name="connsiteX2" fmla="*/ 1971968 w 1971968"/>
              <a:gd name="connsiteY2" fmla="*/ 843743 h 1657006"/>
              <a:gd name="connsiteX3" fmla="*/ 1057105 w 1971968"/>
              <a:gd name="connsiteY3" fmla="*/ 1657006 h 1657006"/>
              <a:gd name="connsiteX4" fmla="*/ 2 w 1971968"/>
              <a:gd name="connsiteY4" fmla="*/ 843743 h 1657006"/>
              <a:gd name="connsiteX0" fmla="*/ 142 w 1972108"/>
              <a:gd name="connsiteY0" fmla="*/ 843743 h 1657006"/>
              <a:gd name="connsiteX1" fmla="*/ 1047085 w 1972108"/>
              <a:gd name="connsiteY1" fmla="*/ 0 h 1657006"/>
              <a:gd name="connsiteX2" fmla="*/ 1972108 w 1972108"/>
              <a:gd name="connsiteY2" fmla="*/ 843743 h 1657006"/>
              <a:gd name="connsiteX3" fmla="*/ 1057245 w 1972108"/>
              <a:gd name="connsiteY3" fmla="*/ 1657006 h 1657006"/>
              <a:gd name="connsiteX4" fmla="*/ 142 w 1972108"/>
              <a:gd name="connsiteY4" fmla="*/ 843743 h 1657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72108" h="1657006">
                <a:moveTo>
                  <a:pt x="142" y="843743"/>
                </a:moveTo>
                <a:cubicBezTo>
                  <a:pt x="-11711" y="272935"/>
                  <a:pt x="718424" y="0"/>
                  <a:pt x="1047085" y="0"/>
                </a:cubicBezTo>
                <a:cubicBezTo>
                  <a:pt x="1375746" y="0"/>
                  <a:pt x="1972108" y="332867"/>
                  <a:pt x="1972108" y="843743"/>
                </a:cubicBezTo>
                <a:cubicBezTo>
                  <a:pt x="1972108" y="1354619"/>
                  <a:pt x="1385906" y="1657006"/>
                  <a:pt x="1057245" y="1657006"/>
                </a:cubicBezTo>
                <a:cubicBezTo>
                  <a:pt x="728584" y="1657006"/>
                  <a:pt x="11995" y="1414551"/>
                  <a:pt x="142" y="843743"/>
                </a:cubicBezTo>
                <a:close/>
              </a:path>
            </a:pathLst>
          </a:cu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2" name="Oval 17">
            <a:extLst>
              <a:ext uri="{FF2B5EF4-FFF2-40B4-BE49-F238E27FC236}">
                <a16:creationId xmlns:a16="http://schemas.microsoft.com/office/drawing/2014/main" id="{C91E3F14-57D1-5EE8-FB57-A872747D850B}"/>
              </a:ext>
            </a:extLst>
          </p:cNvPr>
          <p:cNvSpPr/>
          <p:nvPr userDrawn="1"/>
        </p:nvSpPr>
        <p:spPr>
          <a:xfrm rot="2441864">
            <a:off x="6735824" y="1912274"/>
            <a:ext cx="1392502" cy="1487398"/>
          </a:xfrm>
          <a:custGeom>
            <a:avLst/>
            <a:gdLst>
              <a:gd name="connsiteX0" fmla="*/ 0 w 1850045"/>
              <a:gd name="connsiteY0" fmla="*/ 925023 h 1850045"/>
              <a:gd name="connsiteX1" fmla="*/ 925023 w 1850045"/>
              <a:gd name="connsiteY1" fmla="*/ 0 h 1850045"/>
              <a:gd name="connsiteX2" fmla="*/ 1850046 w 1850045"/>
              <a:gd name="connsiteY2" fmla="*/ 925023 h 1850045"/>
              <a:gd name="connsiteX3" fmla="*/ 925023 w 1850045"/>
              <a:gd name="connsiteY3" fmla="*/ 1850046 h 1850045"/>
              <a:gd name="connsiteX4" fmla="*/ 0 w 1850045"/>
              <a:gd name="connsiteY4" fmla="*/ 925023 h 1850045"/>
              <a:gd name="connsiteX0" fmla="*/ 5 w 1850051"/>
              <a:gd name="connsiteY0" fmla="*/ 985983 h 1911006"/>
              <a:gd name="connsiteX1" fmla="*/ 914868 w 1850051"/>
              <a:gd name="connsiteY1" fmla="*/ 0 h 1911006"/>
              <a:gd name="connsiteX2" fmla="*/ 1850051 w 1850051"/>
              <a:gd name="connsiteY2" fmla="*/ 985983 h 1911006"/>
              <a:gd name="connsiteX3" fmla="*/ 925028 w 1850051"/>
              <a:gd name="connsiteY3" fmla="*/ 1911006 h 1911006"/>
              <a:gd name="connsiteX4" fmla="*/ 5 w 1850051"/>
              <a:gd name="connsiteY4" fmla="*/ 985983 h 1911006"/>
              <a:gd name="connsiteX0" fmla="*/ 4 w 1789090"/>
              <a:gd name="connsiteY0" fmla="*/ 996147 h 1911013"/>
              <a:gd name="connsiteX1" fmla="*/ 853907 w 1789090"/>
              <a:gd name="connsiteY1" fmla="*/ 4 h 1911013"/>
              <a:gd name="connsiteX2" fmla="*/ 1789090 w 1789090"/>
              <a:gd name="connsiteY2" fmla="*/ 985987 h 1911013"/>
              <a:gd name="connsiteX3" fmla="*/ 864067 w 1789090"/>
              <a:gd name="connsiteY3" fmla="*/ 1911010 h 1911013"/>
              <a:gd name="connsiteX4" fmla="*/ 4 w 1789090"/>
              <a:gd name="connsiteY4" fmla="*/ 996147 h 1911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89090" h="1911013">
                <a:moveTo>
                  <a:pt x="4" y="996147"/>
                </a:moveTo>
                <a:cubicBezTo>
                  <a:pt x="-1689" y="677646"/>
                  <a:pt x="555726" y="1697"/>
                  <a:pt x="853907" y="4"/>
                </a:cubicBezTo>
                <a:cubicBezTo>
                  <a:pt x="1152088" y="-1689"/>
                  <a:pt x="1789090" y="475111"/>
                  <a:pt x="1789090" y="985987"/>
                </a:cubicBezTo>
                <a:cubicBezTo>
                  <a:pt x="1789090" y="1496863"/>
                  <a:pt x="1162248" y="1909317"/>
                  <a:pt x="864067" y="1911010"/>
                </a:cubicBezTo>
                <a:cubicBezTo>
                  <a:pt x="565886" y="1912703"/>
                  <a:pt x="1697" y="1314648"/>
                  <a:pt x="4" y="996147"/>
                </a:cubicBezTo>
                <a:close/>
              </a:path>
            </a:pathLst>
          </a:cu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3" name="Text Placeholder 39">
            <a:extLst>
              <a:ext uri="{FF2B5EF4-FFF2-40B4-BE49-F238E27FC236}">
                <a16:creationId xmlns:a16="http://schemas.microsoft.com/office/drawing/2014/main" id="{029FA94F-7738-2ABE-30CE-DA808C02C44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16237" y="3551380"/>
            <a:ext cx="2468880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39">
            <a:extLst>
              <a:ext uri="{FF2B5EF4-FFF2-40B4-BE49-F238E27FC236}">
                <a16:creationId xmlns:a16="http://schemas.microsoft.com/office/drawing/2014/main" id="{6DFF333B-71C0-75DC-2459-F4318C1773F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32788" y="3551380"/>
            <a:ext cx="2468880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Text Placeholder 39">
            <a:extLst>
              <a:ext uri="{FF2B5EF4-FFF2-40B4-BE49-F238E27FC236}">
                <a16:creationId xmlns:a16="http://schemas.microsoft.com/office/drawing/2014/main" id="{D90762EE-9344-C787-C828-1548323456C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340628" y="3551380"/>
            <a:ext cx="2468880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6" name="Text Placeholder 39">
            <a:extLst>
              <a:ext uri="{FF2B5EF4-FFF2-40B4-BE49-F238E27FC236}">
                <a16:creationId xmlns:a16="http://schemas.microsoft.com/office/drawing/2014/main" id="{97C9FA92-C3B5-C6CC-523A-4F93C1452A5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248468" y="3551380"/>
            <a:ext cx="2468880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7" name="Text Placeholder 39">
            <a:extLst>
              <a:ext uri="{FF2B5EF4-FFF2-40B4-BE49-F238E27FC236}">
                <a16:creationId xmlns:a16="http://schemas.microsoft.com/office/drawing/2014/main" id="{601C9CD5-7FDA-F6F1-2CDB-B373405A144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16237" y="3770836"/>
            <a:ext cx="2468880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tx2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8" name="Text Placeholder 39">
            <a:extLst>
              <a:ext uri="{FF2B5EF4-FFF2-40B4-BE49-F238E27FC236}">
                <a16:creationId xmlns:a16="http://schemas.microsoft.com/office/drawing/2014/main" id="{9288A114-466F-6E7B-7C8D-5E9326AB435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32788" y="3770836"/>
            <a:ext cx="2468880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tx2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9" name="Text Placeholder 39">
            <a:extLst>
              <a:ext uri="{FF2B5EF4-FFF2-40B4-BE49-F238E27FC236}">
                <a16:creationId xmlns:a16="http://schemas.microsoft.com/office/drawing/2014/main" id="{77AFAE2E-2515-F3D4-4FF6-BF6F7B89637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340628" y="3770836"/>
            <a:ext cx="2468880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tx2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0" name="Text Placeholder 39">
            <a:extLst>
              <a:ext uri="{FF2B5EF4-FFF2-40B4-BE49-F238E27FC236}">
                <a16:creationId xmlns:a16="http://schemas.microsoft.com/office/drawing/2014/main" id="{A9EA2B3E-23D4-CBD2-E74E-03480608C4B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248468" y="3770836"/>
            <a:ext cx="2468880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tx2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1" name="Picture Placeholder 72">
            <a:extLst>
              <a:ext uri="{FF2B5EF4-FFF2-40B4-BE49-F238E27FC236}">
                <a16:creationId xmlns:a16="http://schemas.microsoft.com/office/drawing/2014/main" id="{33CFD783-55C4-EC86-21FE-7AC3F5D8DDF0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990181" y="1851345"/>
            <a:ext cx="1481328" cy="1476420"/>
          </a:xfrm>
          <a:prstGeom prst="ellipse">
            <a:avLst/>
          </a:pr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62" name="Picture Placeholder 73">
            <a:extLst>
              <a:ext uri="{FF2B5EF4-FFF2-40B4-BE49-F238E27FC236}">
                <a16:creationId xmlns:a16="http://schemas.microsoft.com/office/drawing/2014/main" id="{D0066273-B9CA-4680-8C83-7286CE710CA2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907284" y="1851345"/>
            <a:ext cx="1481328" cy="1481328"/>
          </a:xfrm>
          <a:prstGeom prst="ellipse">
            <a:avLst/>
          </a:pr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63" name="Picture Placeholder 74">
            <a:extLst>
              <a:ext uri="{FF2B5EF4-FFF2-40B4-BE49-F238E27FC236}">
                <a16:creationId xmlns:a16="http://schemas.microsoft.com/office/drawing/2014/main" id="{0A2A6725-A528-5F28-736E-5B008E576C14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824387" y="1851345"/>
            <a:ext cx="1481328" cy="1481328"/>
          </a:xfrm>
          <a:prstGeom prst="ellipse">
            <a:avLst/>
          </a:pr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64" name="Picture Placeholder 75">
            <a:extLst>
              <a:ext uri="{FF2B5EF4-FFF2-40B4-BE49-F238E27FC236}">
                <a16:creationId xmlns:a16="http://schemas.microsoft.com/office/drawing/2014/main" id="{FD311459-0898-B67E-6F9F-06534315CA1E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9741490" y="1851345"/>
            <a:ext cx="1481328" cy="1481328"/>
          </a:xfrm>
          <a:prstGeom prst="ellipse">
            <a:avLst/>
          </a:pr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19A05A96-8EB5-4D0E-BD3E-5C8F2FED72D0}"/>
              </a:ext>
            </a:extLst>
          </p:cNvPr>
          <p:cNvSpPr/>
          <p:nvPr userDrawn="1"/>
        </p:nvSpPr>
        <p:spPr>
          <a:xfrm>
            <a:off x="9552576" y="4005999"/>
            <a:ext cx="1394660" cy="1251173"/>
          </a:xfrm>
          <a:custGeom>
            <a:avLst/>
            <a:gdLst>
              <a:gd name="connsiteX0" fmla="*/ 1065214 w 1394660"/>
              <a:gd name="connsiteY0" fmla="*/ 1006 h 1251173"/>
              <a:gd name="connsiteX1" fmla="*/ 1144180 w 1394660"/>
              <a:gd name="connsiteY1" fmla="*/ 2923 h 1251173"/>
              <a:gd name="connsiteX2" fmla="*/ 1143883 w 1394660"/>
              <a:gd name="connsiteY2" fmla="*/ 1151759 h 1251173"/>
              <a:gd name="connsiteX3" fmla="*/ 43 w 1394660"/>
              <a:gd name="connsiteY3" fmla="*/ 917572 h 1251173"/>
              <a:gd name="connsiteX4" fmla="*/ 1065214 w 1394660"/>
              <a:gd name="connsiteY4" fmla="*/ 1006 h 1251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94660" h="1251173">
                <a:moveTo>
                  <a:pt x="1065214" y="1006"/>
                </a:moveTo>
                <a:cubicBezTo>
                  <a:pt x="1092720" y="-779"/>
                  <a:pt x="1119132" y="-215"/>
                  <a:pt x="1144180" y="2923"/>
                </a:cubicBezTo>
                <a:cubicBezTo>
                  <a:pt x="1544949" y="53123"/>
                  <a:pt x="1404083" y="971069"/>
                  <a:pt x="1143883" y="1151759"/>
                </a:cubicBezTo>
                <a:cubicBezTo>
                  <a:pt x="883684" y="1332450"/>
                  <a:pt x="6581" y="1273955"/>
                  <a:pt x="43" y="917572"/>
                </a:cubicBezTo>
                <a:cubicBezTo>
                  <a:pt x="-6086" y="583464"/>
                  <a:pt x="652628" y="27796"/>
                  <a:pt x="1065214" y="1006"/>
                </a:cubicBezTo>
                <a:close/>
              </a:path>
            </a:pathLst>
          </a:cu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9C74F37B-8E1A-199D-83AD-1D137C6838A1}"/>
              </a:ext>
            </a:extLst>
          </p:cNvPr>
          <p:cNvSpPr/>
          <p:nvPr userDrawn="1"/>
        </p:nvSpPr>
        <p:spPr>
          <a:xfrm>
            <a:off x="1095157" y="4134732"/>
            <a:ext cx="1311040" cy="1332925"/>
          </a:xfrm>
          <a:custGeom>
            <a:avLst/>
            <a:gdLst>
              <a:gd name="connsiteX0" fmla="*/ 760032 w 1311040"/>
              <a:gd name="connsiteY0" fmla="*/ 1872 h 1332925"/>
              <a:gd name="connsiteX1" fmla="*/ 1114773 w 1311040"/>
              <a:gd name="connsiteY1" fmla="*/ 68853 h 1332925"/>
              <a:gd name="connsiteX2" fmla="*/ 1166213 w 1311040"/>
              <a:gd name="connsiteY2" fmla="*/ 1125308 h 1332925"/>
              <a:gd name="connsiteX3" fmla="*/ 150887 w 1311040"/>
              <a:gd name="connsiteY3" fmla="*/ 1201691 h 1332925"/>
              <a:gd name="connsiteX4" fmla="*/ 105320 w 1311040"/>
              <a:gd name="connsiteY4" fmla="*/ 223299 h 1332925"/>
              <a:gd name="connsiteX5" fmla="*/ 760032 w 1311040"/>
              <a:gd name="connsiteY5" fmla="*/ 1872 h 1332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11040" h="1332925">
                <a:moveTo>
                  <a:pt x="760032" y="1872"/>
                </a:moveTo>
                <a:cubicBezTo>
                  <a:pt x="912528" y="-6449"/>
                  <a:pt x="1048468" y="12477"/>
                  <a:pt x="1114773" y="68853"/>
                </a:cubicBezTo>
                <a:cubicBezTo>
                  <a:pt x="1291589" y="219188"/>
                  <a:pt x="1425495" y="823841"/>
                  <a:pt x="1166213" y="1125308"/>
                </a:cubicBezTo>
                <a:cubicBezTo>
                  <a:pt x="906931" y="1426775"/>
                  <a:pt x="327702" y="1352026"/>
                  <a:pt x="150887" y="1201691"/>
                </a:cubicBezTo>
                <a:cubicBezTo>
                  <a:pt x="-25929" y="1051356"/>
                  <a:pt x="-55328" y="412105"/>
                  <a:pt x="105320" y="223299"/>
                </a:cubicBezTo>
                <a:cubicBezTo>
                  <a:pt x="205725" y="105295"/>
                  <a:pt x="505873" y="15741"/>
                  <a:pt x="760032" y="1872"/>
                </a:cubicBezTo>
                <a:close/>
              </a:path>
            </a:pathLst>
          </a:cu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12F47596-72F5-9C9C-E77B-A2A186FE6756}"/>
              </a:ext>
            </a:extLst>
          </p:cNvPr>
          <p:cNvSpPr/>
          <p:nvPr userDrawn="1"/>
        </p:nvSpPr>
        <p:spPr>
          <a:xfrm>
            <a:off x="3823043" y="4069354"/>
            <a:ext cx="1287665" cy="1468816"/>
          </a:xfrm>
          <a:custGeom>
            <a:avLst/>
            <a:gdLst>
              <a:gd name="connsiteX0" fmla="*/ 819156 w 1287665"/>
              <a:gd name="connsiteY0" fmla="*/ 237 h 1468816"/>
              <a:gd name="connsiteX1" fmla="*/ 1073512 w 1287665"/>
              <a:gd name="connsiteY1" fmla="*/ 75586 h 1468816"/>
              <a:gd name="connsiteX2" fmla="*/ 1009218 w 1287665"/>
              <a:gd name="connsiteY2" fmla="*/ 1454079 h 1468816"/>
              <a:gd name="connsiteX3" fmla="*/ 975 w 1287665"/>
              <a:gd name="connsiteY3" fmla="*/ 735510 h 1468816"/>
              <a:gd name="connsiteX4" fmla="*/ 819156 w 1287665"/>
              <a:gd name="connsiteY4" fmla="*/ 237 h 1468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7665" h="1468816">
                <a:moveTo>
                  <a:pt x="819156" y="237"/>
                </a:moveTo>
                <a:cubicBezTo>
                  <a:pt x="907123" y="-2584"/>
                  <a:pt x="993588" y="19619"/>
                  <a:pt x="1073512" y="75586"/>
                </a:cubicBezTo>
                <a:cubicBezTo>
                  <a:pt x="1499773" y="374078"/>
                  <a:pt x="1187974" y="1344092"/>
                  <a:pt x="1009218" y="1454079"/>
                </a:cubicBezTo>
                <a:cubicBezTo>
                  <a:pt x="830462" y="1564066"/>
                  <a:pt x="-32980" y="1032017"/>
                  <a:pt x="975" y="735510"/>
                </a:cubicBezTo>
                <a:cubicBezTo>
                  <a:pt x="28563" y="494599"/>
                  <a:pt x="437964" y="12464"/>
                  <a:pt x="819156" y="237"/>
                </a:cubicBezTo>
                <a:close/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6AF7D024-B0D6-473E-30C9-B0671ECF15D6}"/>
              </a:ext>
            </a:extLst>
          </p:cNvPr>
          <p:cNvSpPr/>
          <p:nvPr userDrawn="1"/>
        </p:nvSpPr>
        <p:spPr>
          <a:xfrm>
            <a:off x="7229441" y="4189891"/>
            <a:ext cx="1212876" cy="1277484"/>
          </a:xfrm>
          <a:custGeom>
            <a:avLst/>
            <a:gdLst>
              <a:gd name="connsiteX0" fmla="*/ 661792 w 1212876"/>
              <a:gd name="connsiteY0" fmla="*/ 2751 h 1277484"/>
              <a:gd name="connsiteX1" fmla="*/ 1021677 w 1212876"/>
              <a:gd name="connsiteY1" fmla="*/ 95771 h 1277484"/>
              <a:gd name="connsiteX2" fmla="*/ 1087176 w 1212876"/>
              <a:gd name="connsiteY2" fmla="*/ 947071 h 1277484"/>
              <a:gd name="connsiteX3" fmla="*/ 189382 w 1212876"/>
              <a:gd name="connsiteY3" fmla="*/ 1190864 h 1277484"/>
              <a:gd name="connsiteX4" fmla="*/ 162703 w 1212876"/>
              <a:gd name="connsiteY4" fmla="*/ 253352 h 1277484"/>
              <a:gd name="connsiteX5" fmla="*/ 661792 w 1212876"/>
              <a:gd name="connsiteY5" fmla="*/ 2751 h 1277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2876" h="1277484">
                <a:moveTo>
                  <a:pt x="661792" y="2751"/>
                </a:moveTo>
                <a:cubicBezTo>
                  <a:pt x="787404" y="-8808"/>
                  <a:pt x="915287" y="14913"/>
                  <a:pt x="1021677" y="95771"/>
                </a:cubicBezTo>
                <a:cubicBezTo>
                  <a:pt x="1305381" y="311393"/>
                  <a:pt x="1225891" y="764555"/>
                  <a:pt x="1087176" y="947071"/>
                </a:cubicBezTo>
                <a:cubicBezTo>
                  <a:pt x="948460" y="1129586"/>
                  <a:pt x="511372" y="1425199"/>
                  <a:pt x="189382" y="1190864"/>
                </a:cubicBezTo>
                <a:cubicBezTo>
                  <a:pt x="-132607" y="956530"/>
                  <a:pt x="23987" y="435868"/>
                  <a:pt x="162703" y="253352"/>
                </a:cubicBezTo>
                <a:cubicBezTo>
                  <a:pt x="249400" y="139280"/>
                  <a:pt x="452440" y="22016"/>
                  <a:pt x="661792" y="2751"/>
                </a:cubicBezTo>
                <a:close/>
              </a:path>
            </a:pathLst>
          </a:cu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69" name="Text Placeholder 39">
            <a:extLst>
              <a:ext uri="{FF2B5EF4-FFF2-40B4-BE49-F238E27FC236}">
                <a16:creationId xmlns:a16="http://schemas.microsoft.com/office/drawing/2014/main" id="{38CBA36F-E2D1-EB78-26EA-6A495CE3782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6237" y="5903256"/>
            <a:ext cx="2468880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0" name="Text Placeholder 39">
            <a:extLst>
              <a:ext uri="{FF2B5EF4-FFF2-40B4-BE49-F238E27FC236}">
                <a16:creationId xmlns:a16="http://schemas.microsoft.com/office/drawing/2014/main" id="{491D201E-0EEE-6CA8-AD08-9E462D5A3D1E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3432788" y="5903256"/>
            <a:ext cx="2468880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1" name="Text Placeholder 39">
            <a:extLst>
              <a:ext uri="{FF2B5EF4-FFF2-40B4-BE49-F238E27FC236}">
                <a16:creationId xmlns:a16="http://schemas.microsoft.com/office/drawing/2014/main" id="{D944D51C-166A-99E6-ACE5-11684330663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340628" y="5903256"/>
            <a:ext cx="2468880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2" name="Text Placeholder 39">
            <a:extLst>
              <a:ext uri="{FF2B5EF4-FFF2-40B4-BE49-F238E27FC236}">
                <a16:creationId xmlns:a16="http://schemas.microsoft.com/office/drawing/2014/main" id="{E8EF0283-AF08-960B-4136-7926704744A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248468" y="5903256"/>
            <a:ext cx="2468880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3" name="Text Placeholder 39">
            <a:extLst>
              <a:ext uri="{FF2B5EF4-FFF2-40B4-BE49-F238E27FC236}">
                <a16:creationId xmlns:a16="http://schemas.microsoft.com/office/drawing/2014/main" id="{A8A45419-4134-3AF0-A32B-8A4ED264B3F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16237" y="6122712"/>
            <a:ext cx="2468880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tx2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4" name="Text Placeholder 39">
            <a:extLst>
              <a:ext uri="{FF2B5EF4-FFF2-40B4-BE49-F238E27FC236}">
                <a16:creationId xmlns:a16="http://schemas.microsoft.com/office/drawing/2014/main" id="{F59B57C8-B5BE-5714-67B0-868EC424A588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3432788" y="6122712"/>
            <a:ext cx="2468880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tx2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5" name="Text Placeholder 39">
            <a:extLst>
              <a:ext uri="{FF2B5EF4-FFF2-40B4-BE49-F238E27FC236}">
                <a16:creationId xmlns:a16="http://schemas.microsoft.com/office/drawing/2014/main" id="{CFCEBBAF-2C0E-56FE-4E68-8372C8C8682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40628" y="6122712"/>
            <a:ext cx="2468880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tx2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6" name="Text Placeholder 39">
            <a:extLst>
              <a:ext uri="{FF2B5EF4-FFF2-40B4-BE49-F238E27FC236}">
                <a16:creationId xmlns:a16="http://schemas.microsoft.com/office/drawing/2014/main" id="{BACE9546-2FF5-9221-5F7C-E4B9F88F7189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248468" y="6122712"/>
            <a:ext cx="2468880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tx2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7" name="Picture Placeholder 72">
            <a:extLst>
              <a:ext uri="{FF2B5EF4-FFF2-40B4-BE49-F238E27FC236}">
                <a16:creationId xmlns:a16="http://schemas.microsoft.com/office/drawing/2014/main" id="{C9699DB7-E52F-4CF3-DBF9-A81A2F35ED10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990181" y="4203221"/>
            <a:ext cx="1481328" cy="1476420"/>
          </a:xfrm>
          <a:prstGeom prst="ellipse">
            <a:avLst/>
          </a:pr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78" name="Picture Placeholder 73">
            <a:extLst>
              <a:ext uri="{FF2B5EF4-FFF2-40B4-BE49-F238E27FC236}">
                <a16:creationId xmlns:a16="http://schemas.microsoft.com/office/drawing/2014/main" id="{20135CE8-50D3-FAB6-3D63-284D712854A4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3907284" y="4203221"/>
            <a:ext cx="1481328" cy="1481328"/>
          </a:xfrm>
          <a:prstGeom prst="ellipse">
            <a:avLst/>
          </a:pr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79" name="Picture Placeholder 74">
            <a:extLst>
              <a:ext uri="{FF2B5EF4-FFF2-40B4-BE49-F238E27FC236}">
                <a16:creationId xmlns:a16="http://schemas.microsoft.com/office/drawing/2014/main" id="{FDE36473-44F5-1862-C802-305325423BFC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6824387" y="4203221"/>
            <a:ext cx="1481328" cy="1481328"/>
          </a:xfrm>
          <a:prstGeom prst="ellipse">
            <a:avLst/>
          </a:pr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80" name="Picture Placeholder 75">
            <a:extLst>
              <a:ext uri="{FF2B5EF4-FFF2-40B4-BE49-F238E27FC236}">
                <a16:creationId xmlns:a16="http://schemas.microsoft.com/office/drawing/2014/main" id="{B3F5982B-7BDC-0002-29B3-2A2899933D51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9741490" y="4203221"/>
            <a:ext cx="1481328" cy="1481328"/>
          </a:xfrm>
          <a:prstGeom prst="ellipse">
            <a:avLst/>
          </a:pr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81" name="Date Placeholder 6">
            <a:extLst>
              <a:ext uri="{FF2B5EF4-FFF2-40B4-BE49-F238E27FC236}">
                <a16:creationId xmlns:a16="http://schemas.microsoft.com/office/drawing/2014/main" id="{4BF1BE8A-8579-8945-1D63-5E0906EAAB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7061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2" name="Footer Placeholder 7">
            <a:extLst>
              <a:ext uri="{FF2B5EF4-FFF2-40B4-BE49-F238E27FC236}">
                <a16:creationId xmlns:a16="http://schemas.microsoft.com/office/drawing/2014/main" id="{A6BD8902-126D-3E6C-B5AA-8B7661397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3673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83" name="Slide Number Placeholder 8">
            <a:extLst>
              <a:ext uri="{FF2B5EF4-FFF2-40B4-BE49-F238E27FC236}">
                <a16:creationId xmlns:a16="http://schemas.microsoft.com/office/drawing/2014/main" id="{3337B340-CC67-F8A2-40A8-C34E7F9BAE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9A643187-E7C1-2A40-9507-77550C37D988}"/>
              </a:ext>
            </a:extLst>
          </p:cNvPr>
          <p:cNvSpPr/>
          <p:nvPr userDrawn="1"/>
        </p:nvSpPr>
        <p:spPr>
          <a:xfrm>
            <a:off x="11205696" y="6374096"/>
            <a:ext cx="485702" cy="490399"/>
          </a:xfrm>
          <a:custGeom>
            <a:avLst/>
            <a:gdLst>
              <a:gd name="connsiteX0" fmla="*/ 831964 w 1880411"/>
              <a:gd name="connsiteY0" fmla="*/ 1 h 1898594"/>
              <a:gd name="connsiteX1" fmla="*/ 1624530 w 1880411"/>
              <a:gd name="connsiteY1" fmla="*/ 228196 h 1898594"/>
              <a:gd name="connsiteX2" fmla="*/ 1527767 w 1880411"/>
              <a:gd name="connsiteY2" fmla="*/ 1893513 h 1898594"/>
              <a:gd name="connsiteX3" fmla="*/ 70 w 1880411"/>
              <a:gd name="connsiteY3" fmla="*/ 463167 h 1898594"/>
              <a:gd name="connsiteX4" fmla="*/ 831964 w 1880411"/>
              <a:gd name="connsiteY4" fmla="*/ 1 h 189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0411" h="1898594">
                <a:moveTo>
                  <a:pt x="831964" y="1"/>
                </a:moveTo>
                <a:cubicBezTo>
                  <a:pt x="1159479" y="-120"/>
                  <a:pt x="1489430" y="83433"/>
                  <a:pt x="1624530" y="228196"/>
                </a:cubicBezTo>
                <a:cubicBezTo>
                  <a:pt x="1933330" y="559082"/>
                  <a:pt x="2030335" y="1811248"/>
                  <a:pt x="1527767" y="1893513"/>
                </a:cubicBezTo>
                <a:cubicBezTo>
                  <a:pt x="1025200" y="1975779"/>
                  <a:pt x="11204" y="1040120"/>
                  <a:pt x="70" y="463167"/>
                </a:cubicBezTo>
                <a:cubicBezTo>
                  <a:pt x="-6193" y="138631"/>
                  <a:pt x="410873" y="157"/>
                  <a:pt x="831964" y="1"/>
                </a:cubicBezTo>
                <a:close/>
              </a:path>
            </a:pathLst>
          </a:custGeom>
          <a:noFill/>
          <a:ln w="158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522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52F5902-DB68-0407-FC3A-F480FB62896D}"/>
              </a:ext>
            </a:extLst>
          </p:cNvPr>
          <p:cNvGrpSpPr/>
          <p:nvPr userDrawn="1"/>
        </p:nvGrpSpPr>
        <p:grpSpPr>
          <a:xfrm>
            <a:off x="612775" y="1872775"/>
            <a:ext cx="5753483" cy="45720"/>
            <a:chOff x="5438818" y="4637445"/>
            <a:chExt cx="5753483" cy="4572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21CD51F-FE8F-D266-7F77-0859AF4F0455}"/>
                </a:ext>
              </a:extLst>
            </p:cNvPr>
            <p:cNvSpPr/>
            <p:nvPr userDrawn="1"/>
          </p:nvSpPr>
          <p:spPr>
            <a:xfrm>
              <a:off x="5438818" y="4637445"/>
              <a:ext cx="960120" cy="4572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B532E9D-C5FF-E4E4-A97D-55DCDD43564F}"/>
                </a:ext>
              </a:extLst>
            </p:cNvPr>
            <p:cNvSpPr/>
            <p:nvPr userDrawn="1"/>
          </p:nvSpPr>
          <p:spPr>
            <a:xfrm>
              <a:off x="6391701" y="4637445"/>
              <a:ext cx="960120" cy="4572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24CF072-FEAA-77FA-75D8-F28EEB72DE2D}"/>
                </a:ext>
              </a:extLst>
            </p:cNvPr>
            <p:cNvSpPr/>
            <p:nvPr userDrawn="1"/>
          </p:nvSpPr>
          <p:spPr>
            <a:xfrm>
              <a:off x="7351821" y="4637445"/>
              <a:ext cx="960120" cy="457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4A7D3BF-4161-2193-FAA1-2E518159FBF9}"/>
                </a:ext>
              </a:extLst>
            </p:cNvPr>
            <p:cNvSpPr/>
            <p:nvPr userDrawn="1"/>
          </p:nvSpPr>
          <p:spPr>
            <a:xfrm>
              <a:off x="8311941" y="4637445"/>
              <a:ext cx="960120" cy="457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10AA45C-6468-A914-2563-1CF37D2CAC98}"/>
                </a:ext>
              </a:extLst>
            </p:cNvPr>
            <p:cNvSpPr/>
            <p:nvPr userDrawn="1"/>
          </p:nvSpPr>
          <p:spPr>
            <a:xfrm>
              <a:off x="9272061" y="4637445"/>
              <a:ext cx="960120" cy="457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F7C7774-0C9E-1359-191D-FEBD2366ECEF}"/>
                </a:ext>
              </a:extLst>
            </p:cNvPr>
            <p:cNvSpPr/>
            <p:nvPr userDrawn="1"/>
          </p:nvSpPr>
          <p:spPr>
            <a:xfrm>
              <a:off x="10232181" y="4637445"/>
              <a:ext cx="960120" cy="457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</p:grpSp>
      <p:sp>
        <p:nvSpPr>
          <p:cNvPr id="8" name="SmartArt Placeholder 6">
            <a:extLst>
              <a:ext uri="{FF2B5EF4-FFF2-40B4-BE49-F238E27FC236}">
                <a16:creationId xmlns:a16="http://schemas.microsoft.com/office/drawing/2014/main" id="{C9C1860A-C2D8-69F8-BEF8-A455C1E01E4C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612777" y="1939924"/>
            <a:ext cx="10969623" cy="4392293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SmartArt graphic</a:t>
            </a:r>
          </a:p>
        </p:txBody>
      </p:sp>
      <p:sp>
        <p:nvSpPr>
          <p:cNvPr id="24" name="Title Placeholder 1">
            <a:extLst>
              <a:ext uri="{FF2B5EF4-FFF2-40B4-BE49-F238E27FC236}">
                <a16:creationId xmlns:a16="http://schemas.microsoft.com/office/drawing/2014/main" id="{E954ACE7-B481-DC00-B13C-FABF9202B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7" y="525782"/>
            <a:ext cx="109696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E9661979-F42F-C96B-4B1C-6BCE0BB858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7061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A3EBA3C6-4F35-875D-693A-4876A4F504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3673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23365BAC-E938-0ACE-2207-C6B9A0DD7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25A5AC6-142E-FB79-71B0-A0DABBAE7FB5}"/>
              </a:ext>
            </a:extLst>
          </p:cNvPr>
          <p:cNvSpPr/>
          <p:nvPr userDrawn="1"/>
        </p:nvSpPr>
        <p:spPr>
          <a:xfrm>
            <a:off x="11205696" y="6374096"/>
            <a:ext cx="485702" cy="490399"/>
          </a:xfrm>
          <a:custGeom>
            <a:avLst/>
            <a:gdLst>
              <a:gd name="connsiteX0" fmla="*/ 831964 w 1880411"/>
              <a:gd name="connsiteY0" fmla="*/ 1 h 1898594"/>
              <a:gd name="connsiteX1" fmla="*/ 1624530 w 1880411"/>
              <a:gd name="connsiteY1" fmla="*/ 228196 h 1898594"/>
              <a:gd name="connsiteX2" fmla="*/ 1527767 w 1880411"/>
              <a:gd name="connsiteY2" fmla="*/ 1893513 h 1898594"/>
              <a:gd name="connsiteX3" fmla="*/ 70 w 1880411"/>
              <a:gd name="connsiteY3" fmla="*/ 463167 h 1898594"/>
              <a:gd name="connsiteX4" fmla="*/ 831964 w 1880411"/>
              <a:gd name="connsiteY4" fmla="*/ 1 h 189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0411" h="1898594">
                <a:moveTo>
                  <a:pt x="831964" y="1"/>
                </a:moveTo>
                <a:cubicBezTo>
                  <a:pt x="1159479" y="-120"/>
                  <a:pt x="1489430" y="83433"/>
                  <a:pt x="1624530" y="228196"/>
                </a:cubicBezTo>
                <a:cubicBezTo>
                  <a:pt x="1933330" y="559082"/>
                  <a:pt x="2030335" y="1811248"/>
                  <a:pt x="1527767" y="1893513"/>
                </a:cubicBezTo>
                <a:cubicBezTo>
                  <a:pt x="1025200" y="1975779"/>
                  <a:pt x="11204" y="1040120"/>
                  <a:pt x="70" y="463167"/>
                </a:cubicBezTo>
                <a:cubicBezTo>
                  <a:pt x="-6193" y="138631"/>
                  <a:pt x="410873" y="157"/>
                  <a:pt x="831964" y="1"/>
                </a:cubicBezTo>
                <a:close/>
              </a:path>
            </a:pathLst>
          </a:custGeom>
          <a:noFill/>
          <a:ln w="158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0976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540882-5CA2-4E19-D284-70C473EC3FC0}"/>
              </a:ext>
            </a:extLst>
          </p:cNvPr>
          <p:cNvCxnSpPr>
            <a:cxnSpLocks/>
            <a:stCxn id="7" idx="0"/>
            <a:endCxn id="3" idx="3"/>
          </p:cNvCxnSpPr>
          <p:nvPr userDrawn="1"/>
        </p:nvCxnSpPr>
        <p:spPr>
          <a:xfrm flipV="1">
            <a:off x="3160154" y="3476537"/>
            <a:ext cx="849948" cy="721219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C3DE81D-8834-9742-B30E-4C7A5618E7D5}"/>
              </a:ext>
            </a:extLst>
          </p:cNvPr>
          <p:cNvCxnSpPr>
            <a:cxnSpLocks/>
            <a:stCxn id="3" idx="2"/>
            <a:endCxn id="32" idx="4"/>
          </p:cNvCxnSpPr>
          <p:nvPr userDrawn="1"/>
        </p:nvCxnSpPr>
        <p:spPr>
          <a:xfrm>
            <a:off x="4672322" y="3398442"/>
            <a:ext cx="2113170" cy="684937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A3D27F6-ED4B-44A9-EE8F-7F2401229EB5}"/>
              </a:ext>
            </a:extLst>
          </p:cNvPr>
          <p:cNvCxnSpPr>
            <a:cxnSpLocks/>
            <a:stCxn id="32" idx="2"/>
            <a:endCxn id="33" idx="2"/>
          </p:cNvCxnSpPr>
          <p:nvPr userDrawn="1"/>
        </p:nvCxnSpPr>
        <p:spPr>
          <a:xfrm flipV="1">
            <a:off x="7536846" y="3104343"/>
            <a:ext cx="2253625" cy="1042688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B8B9EBEE-C30E-9A7D-007D-8A344F6475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04117" y="3391876"/>
            <a:ext cx="2141764" cy="46759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F2254282-974B-731F-1842-E04509FB00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19264" y="3958427"/>
            <a:ext cx="2141764" cy="46759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F5999EB-62B4-A6C9-DFDC-DB0072030BC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10538" y="2244935"/>
            <a:ext cx="2141764" cy="46759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2F513EF1-976A-E928-2BFA-E287946DEB1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12037" y="3656131"/>
            <a:ext cx="2141764" cy="46759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88FB793D-6FFE-EC26-E7D5-7A79F62957A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04117" y="3915313"/>
            <a:ext cx="1399032" cy="918948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399" spc="5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3F229964-AD4D-6AED-F889-7357E605F4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30222" y="4497144"/>
            <a:ext cx="1399032" cy="918948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399" spc="5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7843676F-85B7-B919-360B-8CD18EFECC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10538" y="2769167"/>
            <a:ext cx="1399032" cy="918948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399" spc="5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50C2B114-0FFC-0699-AEE1-382EDF2D159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12037" y="4181830"/>
            <a:ext cx="1399032" cy="918948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399" spc="5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1" name="Title Placeholder 1">
            <a:extLst>
              <a:ext uri="{FF2B5EF4-FFF2-40B4-BE49-F238E27FC236}">
                <a16:creationId xmlns:a16="http://schemas.microsoft.com/office/drawing/2014/main" id="{0DA6BE68-DDED-EF5C-E0E6-EC3B47CCD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7" y="525782"/>
            <a:ext cx="109696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9809720-F8D8-7A7F-7FCC-A352508CFA15}"/>
              </a:ext>
            </a:extLst>
          </p:cNvPr>
          <p:cNvSpPr/>
          <p:nvPr userDrawn="1"/>
        </p:nvSpPr>
        <p:spPr>
          <a:xfrm rot="20310812">
            <a:off x="3903570" y="2819745"/>
            <a:ext cx="739058" cy="745865"/>
          </a:xfrm>
          <a:custGeom>
            <a:avLst/>
            <a:gdLst>
              <a:gd name="connsiteX0" fmla="*/ 952167 w 1920247"/>
              <a:gd name="connsiteY0" fmla="*/ 2069 h 1937932"/>
              <a:gd name="connsiteX1" fmla="*/ 1146020 w 1920247"/>
              <a:gd name="connsiteY1" fmla="*/ 28022 h 1937932"/>
              <a:gd name="connsiteX2" fmla="*/ 1729489 w 1920247"/>
              <a:gd name="connsiteY2" fmla="*/ 1846370 h 1937932"/>
              <a:gd name="connsiteX3" fmla="*/ 54139 w 1920247"/>
              <a:gd name="connsiteY3" fmla="*/ 1404954 h 1937932"/>
              <a:gd name="connsiteX4" fmla="*/ 952167 w 1920247"/>
              <a:gd name="connsiteY4" fmla="*/ 2069 h 1937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20247" h="1937932">
                <a:moveTo>
                  <a:pt x="952167" y="2069"/>
                </a:moveTo>
                <a:cubicBezTo>
                  <a:pt x="1013263" y="5702"/>
                  <a:pt x="1077832" y="14185"/>
                  <a:pt x="1146020" y="28022"/>
                </a:cubicBezTo>
                <a:cubicBezTo>
                  <a:pt x="2237027" y="249423"/>
                  <a:pt x="1911469" y="1616882"/>
                  <a:pt x="1729489" y="1846370"/>
                </a:cubicBezTo>
                <a:cubicBezTo>
                  <a:pt x="1547508" y="2075859"/>
                  <a:pt x="217779" y="1853787"/>
                  <a:pt x="54139" y="1404954"/>
                </a:cubicBezTo>
                <a:cubicBezTo>
                  <a:pt x="-99274" y="984173"/>
                  <a:pt x="35730" y="-52428"/>
                  <a:pt x="952167" y="2069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A776311-37EF-C82F-CD4D-6D3668F70DE2}"/>
              </a:ext>
            </a:extLst>
          </p:cNvPr>
          <p:cNvSpPr/>
          <p:nvPr userDrawn="1"/>
        </p:nvSpPr>
        <p:spPr>
          <a:xfrm rot="2259404">
            <a:off x="2570860" y="4123723"/>
            <a:ext cx="738684" cy="730021"/>
          </a:xfrm>
          <a:custGeom>
            <a:avLst/>
            <a:gdLst>
              <a:gd name="connsiteX0" fmla="*/ 950195 w 1919274"/>
              <a:gd name="connsiteY0" fmla="*/ 709 h 1896766"/>
              <a:gd name="connsiteX1" fmla="*/ 1832169 w 1919274"/>
              <a:gd name="connsiteY1" fmla="*/ 1069588 h 1896766"/>
              <a:gd name="connsiteX2" fmla="*/ 124282 w 1919274"/>
              <a:gd name="connsiteY2" fmla="*/ 1639242 h 1896766"/>
              <a:gd name="connsiteX3" fmla="*/ 764475 w 1919274"/>
              <a:gd name="connsiteY3" fmla="*/ 8116 h 1896766"/>
              <a:gd name="connsiteX4" fmla="*/ 950195 w 1919274"/>
              <a:gd name="connsiteY4" fmla="*/ 709 h 1896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274" h="1896766">
                <a:moveTo>
                  <a:pt x="950195" y="709"/>
                </a:moveTo>
                <a:cubicBezTo>
                  <a:pt x="1430402" y="15667"/>
                  <a:pt x="2174361" y="270758"/>
                  <a:pt x="1832169" y="1069588"/>
                </a:cubicBezTo>
                <a:cubicBezTo>
                  <a:pt x="1441093" y="1982536"/>
                  <a:pt x="509480" y="2087618"/>
                  <a:pt x="124282" y="1639242"/>
                </a:cubicBezTo>
                <a:cubicBezTo>
                  <a:pt x="-260916" y="1190866"/>
                  <a:pt x="333275" y="62351"/>
                  <a:pt x="764475" y="8116"/>
                </a:cubicBezTo>
                <a:cubicBezTo>
                  <a:pt x="818375" y="1336"/>
                  <a:pt x="881594" y="-1428"/>
                  <a:pt x="950195" y="709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E7FBF306-4F90-41E6-0796-81555C72D8B5}"/>
              </a:ext>
            </a:extLst>
          </p:cNvPr>
          <p:cNvSpPr/>
          <p:nvPr userDrawn="1"/>
        </p:nvSpPr>
        <p:spPr>
          <a:xfrm rot="20179437">
            <a:off x="6795128" y="3715847"/>
            <a:ext cx="744435" cy="772886"/>
          </a:xfrm>
          <a:custGeom>
            <a:avLst/>
            <a:gdLst>
              <a:gd name="connsiteX0" fmla="*/ 1176955 w 1934216"/>
              <a:gd name="connsiteY0" fmla="*/ 963 h 2008138"/>
              <a:gd name="connsiteX1" fmla="*/ 1467457 w 1934216"/>
              <a:gd name="connsiteY1" fmla="*/ 78222 h 2008138"/>
              <a:gd name="connsiteX2" fmla="*/ 1799669 w 1934216"/>
              <a:gd name="connsiteY2" fmla="*/ 1496056 h 2008138"/>
              <a:gd name="connsiteX3" fmla="*/ 471237 w 1934216"/>
              <a:gd name="connsiteY3" fmla="*/ 1889092 h 2008138"/>
              <a:gd name="connsiteX4" fmla="*/ 78202 w 1934216"/>
              <a:gd name="connsiteY4" fmla="*/ 560659 h 2008138"/>
              <a:gd name="connsiteX5" fmla="*/ 1176955 w 1934216"/>
              <a:gd name="connsiteY5" fmla="*/ 963 h 2008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34216" h="2008138">
                <a:moveTo>
                  <a:pt x="1176955" y="963"/>
                </a:moveTo>
                <a:cubicBezTo>
                  <a:pt x="1279614" y="5871"/>
                  <a:pt x="1378325" y="29790"/>
                  <a:pt x="1467457" y="78222"/>
                </a:cubicBezTo>
                <a:cubicBezTo>
                  <a:pt x="1942827" y="336525"/>
                  <a:pt x="2057971" y="1020686"/>
                  <a:pt x="1799669" y="1496056"/>
                </a:cubicBezTo>
                <a:cubicBezTo>
                  <a:pt x="1541366" y="1971426"/>
                  <a:pt x="946607" y="2147394"/>
                  <a:pt x="471237" y="1889092"/>
                </a:cubicBezTo>
                <a:cubicBezTo>
                  <a:pt x="-4133" y="1630789"/>
                  <a:pt x="-87835" y="862471"/>
                  <a:pt x="78202" y="560659"/>
                </a:cubicBezTo>
                <a:cubicBezTo>
                  <a:pt x="213106" y="315438"/>
                  <a:pt x="732098" y="-20303"/>
                  <a:pt x="1176955" y="96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B2F4B639-EB50-A04E-0871-7CC0A21FC7A3}"/>
              </a:ext>
            </a:extLst>
          </p:cNvPr>
          <p:cNvSpPr/>
          <p:nvPr userDrawn="1"/>
        </p:nvSpPr>
        <p:spPr>
          <a:xfrm rot="4838500">
            <a:off x="9773453" y="2689906"/>
            <a:ext cx="746759" cy="721485"/>
          </a:xfrm>
          <a:custGeom>
            <a:avLst/>
            <a:gdLst>
              <a:gd name="connsiteX0" fmla="*/ 769429 w 1940255"/>
              <a:gd name="connsiteY0" fmla="*/ 1 h 1874587"/>
              <a:gd name="connsiteX1" fmla="*/ 1809595 w 1940255"/>
              <a:gd name="connsiteY1" fmla="*/ 336815 h 1874587"/>
              <a:gd name="connsiteX2" fmla="*/ 957221 w 1940255"/>
              <a:gd name="connsiteY2" fmla="*/ 1873566 h 1874587"/>
              <a:gd name="connsiteX3" fmla="*/ 84652 w 1940255"/>
              <a:gd name="connsiteY3" fmla="*/ 174906 h 1874587"/>
              <a:gd name="connsiteX4" fmla="*/ 769429 w 1940255"/>
              <a:gd name="connsiteY4" fmla="*/ 1 h 1874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0255" h="1874587">
                <a:moveTo>
                  <a:pt x="769429" y="1"/>
                </a:moveTo>
                <a:cubicBezTo>
                  <a:pt x="1193227" y="-246"/>
                  <a:pt x="1677555" y="102767"/>
                  <a:pt x="1809595" y="336815"/>
                </a:cubicBezTo>
                <a:cubicBezTo>
                  <a:pt x="2044333" y="752901"/>
                  <a:pt x="2069738" y="1913836"/>
                  <a:pt x="957221" y="1873566"/>
                </a:cubicBezTo>
                <a:cubicBezTo>
                  <a:pt x="-155296" y="1833297"/>
                  <a:pt x="-57411" y="431031"/>
                  <a:pt x="84652" y="174906"/>
                </a:cubicBezTo>
                <a:cubicBezTo>
                  <a:pt x="146804" y="62851"/>
                  <a:pt x="439808" y="193"/>
                  <a:pt x="76942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52" name="Date Placeholder 6">
            <a:extLst>
              <a:ext uri="{FF2B5EF4-FFF2-40B4-BE49-F238E27FC236}">
                <a16:creationId xmlns:a16="http://schemas.microsoft.com/office/drawing/2014/main" id="{DC214581-16AE-649F-380F-1532E63868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7061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3" name="Footer Placeholder 7">
            <a:extLst>
              <a:ext uri="{FF2B5EF4-FFF2-40B4-BE49-F238E27FC236}">
                <a16:creationId xmlns:a16="http://schemas.microsoft.com/office/drawing/2014/main" id="{C31FFA6B-70AA-EE09-A4C6-352E0534BA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3673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4" name="Slide Number Placeholder 8">
            <a:extLst>
              <a:ext uri="{FF2B5EF4-FFF2-40B4-BE49-F238E27FC236}">
                <a16:creationId xmlns:a16="http://schemas.microsoft.com/office/drawing/2014/main" id="{39547906-4D1F-55F9-EF51-5FA43E2A5D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1A21FCB4-03F6-4F3C-4D8F-1192208212B8}"/>
              </a:ext>
            </a:extLst>
          </p:cNvPr>
          <p:cNvSpPr/>
          <p:nvPr userDrawn="1"/>
        </p:nvSpPr>
        <p:spPr>
          <a:xfrm>
            <a:off x="11205696" y="6374096"/>
            <a:ext cx="485702" cy="490399"/>
          </a:xfrm>
          <a:custGeom>
            <a:avLst/>
            <a:gdLst>
              <a:gd name="connsiteX0" fmla="*/ 831964 w 1880411"/>
              <a:gd name="connsiteY0" fmla="*/ 1 h 1898594"/>
              <a:gd name="connsiteX1" fmla="*/ 1624530 w 1880411"/>
              <a:gd name="connsiteY1" fmla="*/ 228196 h 1898594"/>
              <a:gd name="connsiteX2" fmla="*/ 1527767 w 1880411"/>
              <a:gd name="connsiteY2" fmla="*/ 1893513 h 1898594"/>
              <a:gd name="connsiteX3" fmla="*/ 70 w 1880411"/>
              <a:gd name="connsiteY3" fmla="*/ 463167 h 1898594"/>
              <a:gd name="connsiteX4" fmla="*/ 831964 w 1880411"/>
              <a:gd name="connsiteY4" fmla="*/ 1 h 189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0411" h="1898594">
                <a:moveTo>
                  <a:pt x="831964" y="1"/>
                </a:moveTo>
                <a:cubicBezTo>
                  <a:pt x="1159479" y="-120"/>
                  <a:pt x="1489430" y="83433"/>
                  <a:pt x="1624530" y="228196"/>
                </a:cubicBezTo>
                <a:cubicBezTo>
                  <a:pt x="1933330" y="559082"/>
                  <a:pt x="2030335" y="1811248"/>
                  <a:pt x="1527767" y="1893513"/>
                </a:cubicBezTo>
                <a:cubicBezTo>
                  <a:pt x="1025200" y="1975779"/>
                  <a:pt x="11204" y="1040120"/>
                  <a:pt x="70" y="463167"/>
                </a:cubicBezTo>
                <a:cubicBezTo>
                  <a:pt x="-6193" y="138631"/>
                  <a:pt x="410873" y="157"/>
                  <a:pt x="831964" y="1"/>
                </a:cubicBezTo>
                <a:close/>
              </a:path>
            </a:pathLst>
          </a:custGeom>
          <a:noFill/>
          <a:ln w="158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066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93281936-6CB5-94B3-A157-68CE89A1026F}"/>
              </a:ext>
            </a:extLst>
          </p:cNvPr>
          <p:cNvGrpSpPr/>
          <p:nvPr userDrawn="1"/>
        </p:nvGrpSpPr>
        <p:grpSpPr>
          <a:xfrm>
            <a:off x="10893292" y="-331642"/>
            <a:ext cx="2968922" cy="7005256"/>
            <a:chOff x="10893292" y="-331642"/>
            <a:chExt cx="2968922" cy="700525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5AFA9F7-12DF-D05B-9F04-FD7784C93CB0}"/>
                </a:ext>
              </a:extLst>
            </p:cNvPr>
            <p:cNvSpPr/>
            <p:nvPr userDrawn="1"/>
          </p:nvSpPr>
          <p:spPr>
            <a:xfrm rot="16200000">
              <a:off x="10537891" y="322426"/>
              <a:ext cx="3505366" cy="2197229"/>
            </a:xfrm>
            <a:custGeom>
              <a:avLst/>
              <a:gdLst>
                <a:gd name="connsiteX0" fmla="*/ 1591689 w 3505366"/>
                <a:gd name="connsiteY0" fmla="*/ 10 h 2197229"/>
                <a:gd name="connsiteX1" fmla="*/ 3436943 w 3505366"/>
                <a:gd name="connsiteY1" fmla="*/ 1794512 h 2197229"/>
                <a:gd name="connsiteX2" fmla="*/ 370414 w 3505366"/>
                <a:gd name="connsiteY2" fmla="*/ 1398378 h 2197229"/>
                <a:gd name="connsiteX3" fmla="*/ 1591689 w 3505366"/>
                <a:gd name="connsiteY3" fmla="*/ 10 h 2197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05366" h="2197229">
                  <a:moveTo>
                    <a:pt x="1591689" y="10"/>
                  </a:moveTo>
                  <a:cubicBezTo>
                    <a:pt x="2321943" y="-3999"/>
                    <a:pt x="3845438" y="1214051"/>
                    <a:pt x="3436943" y="1794512"/>
                  </a:cubicBezTo>
                  <a:cubicBezTo>
                    <a:pt x="3028448" y="2374973"/>
                    <a:pt x="1456663" y="2397679"/>
                    <a:pt x="370414" y="1398378"/>
                  </a:cubicBezTo>
                  <a:cubicBezTo>
                    <a:pt x="-715835" y="399077"/>
                    <a:pt x="861435" y="4020"/>
                    <a:pt x="1591689" y="1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en-US" dirty="0"/>
            </a:p>
          </p:txBody>
        </p:sp>
        <p:sp>
          <p:nvSpPr>
            <p:cNvPr id="33" name="Triangle 2">
              <a:extLst>
                <a:ext uri="{FF2B5EF4-FFF2-40B4-BE49-F238E27FC236}">
                  <a16:creationId xmlns:a16="http://schemas.microsoft.com/office/drawing/2014/main" id="{944F7C97-9B01-1DA2-C5D2-7E5D4785BF79}"/>
                </a:ext>
              </a:extLst>
            </p:cNvPr>
            <p:cNvSpPr/>
            <p:nvPr userDrawn="1"/>
          </p:nvSpPr>
          <p:spPr>
            <a:xfrm rot="15864712" flipH="1">
              <a:off x="10389207" y="3200607"/>
              <a:ext cx="4197907" cy="2748107"/>
            </a:xfrm>
            <a:custGeom>
              <a:avLst/>
              <a:gdLst>
                <a:gd name="connsiteX0" fmla="*/ 0 w 4306493"/>
                <a:gd name="connsiteY0" fmla="*/ 3712494 h 3712494"/>
                <a:gd name="connsiteX1" fmla="*/ 2153247 w 4306493"/>
                <a:gd name="connsiteY1" fmla="*/ 0 h 3712494"/>
                <a:gd name="connsiteX2" fmla="*/ 4306493 w 4306493"/>
                <a:gd name="connsiteY2" fmla="*/ 3712494 h 3712494"/>
                <a:gd name="connsiteX3" fmla="*/ 0 w 4306493"/>
                <a:gd name="connsiteY3" fmla="*/ 3712494 h 3712494"/>
                <a:gd name="connsiteX0" fmla="*/ 0 w 4306493"/>
                <a:gd name="connsiteY0" fmla="*/ 3696452 h 3696452"/>
                <a:gd name="connsiteX1" fmla="*/ 2329710 w 4306493"/>
                <a:gd name="connsiteY1" fmla="*/ 0 h 3696452"/>
                <a:gd name="connsiteX2" fmla="*/ 4306493 w 4306493"/>
                <a:gd name="connsiteY2" fmla="*/ 3696452 h 3696452"/>
                <a:gd name="connsiteX3" fmla="*/ 0 w 4306493"/>
                <a:gd name="connsiteY3" fmla="*/ 3696452 h 3696452"/>
                <a:gd name="connsiteX0" fmla="*/ 37309 w 4402235"/>
                <a:gd name="connsiteY0" fmla="*/ 3696452 h 3696452"/>
                <a:gd name="connsiteX1" fmla="*/ 2367019 w 4402235"/>
                <a:gd name="connsiteY1" fmla="*/ 0 h 3696452"/>
                <a:gd name="connsiteX2" fmla="*/ 4343802 w 4402235"/>
                <a:gd name="connsiteY2" fmla="*/ 3696452 h 3696452"/>
                <a:gd name="connsiteX3" fmla="*/ 37309 w 4402235"/>
                <a:gd name="connsiteY3" fmla="*/ 3696452 h 3696452"/>
                <a:gd name="connsiteX0" fmla="*/ 37309 w 4758551"/>
                <a:gd name="connsiteY0" fmla="*/ 3696452 h 3696452"/>
                <a:gd name="connsiteX1" fmla="*/ 2367019 w 4758551"/>
                <a:gd name="connsiteY1" fmla="*/ 0 h 3696452"/>
                <a:gd name="connsiteX2" fmla="*/ 4343802 w 4758551"/>
                <a:gd name="connsiteY2" fmla="*/ 3696452 h 3696452"/>
                <a:gd name="connsiteX3" fmla="*/ 37309 w 4758551"/>
                <a:gd name="connsiteY3" fmla="*/ 3696452 h 3696452"/>
                <a:gd name="connsiteX0" fmla="*/ 379572 w 5100814"/>
                <a:gd name="connsiteY0" fmla="*/ 3696452 h 3696452"/>
                <a:gd name="connsiteX1" fmla="*/ 2709282 w 5100814"/>
                <a:gd name="connsiteY1" fmla="*/ 0 h 3696452"/>
                <a:gd name="connsiteX2" fmla="*/ 4686065 w 5100814"/>
                <a:gd name="connsiteY2" fmla="*/ 3696452 h 3696452"/>
                <a:gd name="connsiteX3" fmla="*/ 379572 w 5100814"/>
                <a:gd name="connsiteY3" fmla="*/ 3696452 h 3696452"/>
                <a:gd name="connsiteX0" fmla="*/ 527795 w 5425824"/>
                <a:gd name="connsiteY0" fmla="*/ 3696657 h 3696657"/>
                <a:gd name="connsiteX1" fmla="*/ 2857505 w 5425824"/>
                <a:gd name="connsiteY1" fmla="*/ 205 h 3696657"/>
                <a:gd name="connsiteX2" fmla="*/ 4834288 w 5425824"/>
                <a:gd name="connsiteY2" fmla="*/ 3696657 h 3696657"/>
                <a:gd name="connsiteX3" fmla="*/ 527795 w 5425824"/>
                <a:gd name="connsiteY3" fmla="*/ 3696657 h 3696657"/>
                <a:gd name="connsiteX0" fmla="*/ 507350 w 5405379"/>
                <a:gd name="connsiteY0" fmla="*/ 3696679 h 3853535"/>
                <a:gd name="connsiteX1" fmla="*/ 2837060 w 5405379"/>
                <a:gd name="connsiteY1" fmla="*/ 227 h 3853535"/>
                <a:gd name="connsiteX2" fmla="*/ 4813843 w 5405379"/>
                <a:gd name="connsiteY2" fmla="*/ 3696679 h 3853535"/>
                <a:gd name="connsiteX3" fmla="*/ 507350 w 5405379"/>
                <a:gd name="connsiteY3" fmla="*/ 3696679 h 3853535"/>
                <a:gd name="connsiteX0" fmla="*/ 321130 w 5326541"/>
                <a:gd name="connsiteY0" fmla="*/ 2552473 h 3795422"/>
                <a:gd name="connsiteX1" fmla="*/ 3260440 w 5326541"/>
                <a:gd name="connsiteY1" fmla="*/ 11053 h 3795422"/>
                <a:gd name="connsiteX2" fmla="*/ 5237223 w 5326541"/>
                <a:gd name="connsiteY2" fmla="*/ 3707505 h 3795422"/>
                <a:gd name="connsiteX3" fmla="*/ 321130 w 5326541"/>
                <a:gd name="connsiteY3" fmla="*/ 2552473 h 3795422"/>
                <a:gd name="connsiteX0" fmla="*/ 131275 w 5136686"/>
                <a:gd name="connsiteY0" fmla="*/ 2556035 h 3848881"/>
                <a:gd name="connsiteX1" fmla="*/ 3070585 w 5136686"/>
                <a:gd name="connsiteY1" fmla="*/ 14615 h 3848881"/>
                <a:gd name="connsiteX2" fmla="*/ 5047368 w 5136686"/>
                <a:gd name="connsiteY2" fmla="*/ 3711067 h 3848881"/>
                <a:gd name="connsiteX3" fmla="*/ 131275 w 5136686"/>
                <a:gd name="connsiteY3" fmla="*/ 2556035 h 3848881"/>
                <a:gd name="connsiteX0" fmla="*/ 139833 w 5155503"/>
                <a:gd name="connsiteY0" fmla="*/ 2577742 h 3870588"/>
                <a:gd name="connsiteX1" fmla="*/ 3079143 w 5155503"/>
                <a:gd name="connsiteY1" fmla="*/ 36322 h 3870588"/>
                <a:gd name="connsiteX2" fmla="*/ 5055926 w 5155503"/>
                <a:gd name="connsiteY2" fmla="*/ 3732774 h 3870588"/>
                <a:gd name="connsiteX3" fmla="*/ 139833 w 5155503"/>
                <a:gd name="connsiteY3" fmla="*/ 2577742 h 3870588"/>
                <a:gd name="connsiteX0" fmla="*/ 26029 w 5061836"/>
                <a:gd name="connsiteY0" fmla="*/ 2477397 h 3730043"/>
                <a:gd name="connsiteX1" fmla="*/ 3141802 w 5061836"/>
                <a:gd name="connsiteY1" fmla="*/ 32230 h 3730043"/>
                <a:gd name="connsiteX2" fmla="*/ 4942122 w 5061836"/>
                <a:gd name="connsiteY2" fmla="*/ 3632429 h 3730043"/>
                <a:gd name="connsiteX3" fmla="*/ 26029 w 5061836"/>
                <a:gd name="connsiteY3" fmla="*/ 2477397 h 3730043"/>
                <a:gd name="connsiteX0" fmla="*/ 116397 w 5152204"/>
                <a:gd name="connsiteY0" fmla="*/ 2487445 h 3802029"/>
                <a:gd name="connsiteX1" fmla="*/ 3232170 w 5152204"/>
                <a:gd name="connsiteY1" fmla="*/ 42278 h 3802029"/>
                <a:gd name="connsiteX2" fmla="*/ 5032490 w 5152204"/>
                <a:gd name="connsiteY2" fmla="*/ 3642477 h 3802029"/>
                <a:gd name="connsiteX3" fmla="*/ 116397 w 5152204"/>
                <a:gd name="connsiteY3" fmla="*/ 2487445 h 3802029"/>
                <a:gd name="connsiteX0" fmla="*/ 116397 w 5311374"/>
                <a:gd name="connsiteY0" fmla="*/ 2487445 h 3961862"/>
                <a:gd name="connsiteX1" fmla="*/ 3232170 w 5311374"/>
                <a:gd name="connsiteY1" fmla="*/ 42278 h 3961862"/>
                <a:gd name="connsiteX2" fmla="*/ 5032490 w 5311374"/>
                <a:gd name="connsiteY2" fmla="*/ 3642477 h 3961862"/>
                <a:gd name="connsiteX3" fmla="*/ 116397 w 5311374"/>
                <a:gd name="connsiteY3" fmla="*/ 2487445 h 3961862"/>
                <a:gd name="connsiteX0" fmla="*/ 116397 w 5759583"/>
                <a:gd name="connsiteY0" fmla="*/ 2487445 h 3799980"/>
                <a:gd name="connsiteX1" fmla="*/ 3232170 w 5759583"/>
                <a:gd name="connsiteY1" fmla="*/ 42278 h 3799980"/>
                <a:gd name="connsiteX2" fmla="*/ 5032490 w 5759583"/>
                <a:gd name="connsiteY2" fmla="*/ 3642477 h 3799980"/>
                <a:gd name="connsiteX3" fmla="*/ 116397 w 5759583"/>
                <a:gd name="connsiteY3" fmla="*/ 2487445 h 3799980"/>
                <a:gd name="connsiteX0" fmla="*/ 116397 w 6115206"/>
                <a:gd name="connsiteY0" fmla="*/ 2487445 h 3807611"/>
                <a:gd name="connsiteX1" fmla="*/ 3232170 w 6115206"/>
                <a:gd name="connsiteY1" fmla="*/ 42278 h 3807611"/>
                <a:gd name="connsiteX2" fmla="*/ 5032490 w 6115206"/>
                <a:gd name="connsiteY2" fmla="*/ 3642477 h 3807611"/>
                <a:gd name="connsiteX3" fmla="*/ 116397 w 6115206"/>
                <a:gd name="connsiteY3" fmla="*/ 2487445 h 3807611"/>
                <a:gd name="connsiteX0" fmla="*/ 116397 w 6206862"/>
                <a:gd name="connsiteY0" fmla="*/ 2487445 h 3799576"/>
                <a:gd name="connsiteX1" fmla="*/ 3232170 w 6206862"/>
                <a:gd name="connsiteY1" fmla="*/ 42278 h 3799576"/>
                <a:gd name="connsiteX2" fmla="*/ 5032490 w 6206862"/>
                <a:gd name="connsiteY2" fmla="*/ 3642477 h 3799576"/>
                <a:gd name="connsiteX3" fmla="*/ 116397 w 6206862"/>
                <a:gd name="connsiteY3" fmla="*/ 2487445 h 3799576"/>
                <a:gd name="connsiteX0" fmla="*/ 124476 w 6214941"/>
                <a:gd name="connsiteY0" fmla="*/ 2454008 h 3766139"/>
                <a:gd name="connsiteX1" fmla="*/ 3240249 w 6214941"/>
                <a:gd name="connsiteY1" fmla="*/ 8841 h 3766139"/>
                <a:gd name="connsiteX2" fmla="*/ 5040569 w 6214941"/>
                <a:gd name="connsiteY2" fmla="*/ 3609040 h 3766139"/>
                <a:gd name="connsiteX3" fmla="*/ 124476 w 6214941"/>
                <a:gd name="connsiteY3" fmla="*/ 2454008 h 3766139"/>
                <a:gd name="connsiteX0" fmla="*/ 124476 w 6397505"/>
                <a:gd name="connsiteY0" fmla="*/ 2454008 h 3930790"/>
                <a:gd name="connsiteX1" fmla="*/ 3240249 w 6397505"/>
                <a:gd name="connsiteY1" fmla="*/ 8841 h 3930790"/>
                <a:gd name="connsiteX2" fmla="*/ 5040569 w 6397505"/>
                <a:gd name="connsiteY2" fmla="*/ 3609040 h 3930790"/>
                <a:gd name="connsiteX3" fmla="*/ 124476 w 6397505"/>
                <a:gd name="connsiteY3" fmla="*/ 2454008 h 3930790"/>
                <a:gd name="connsiteX0" fmla="*/ 159282 w 6432311"/>
                <a:gd name="connsiteY0" fmla="*/ 2456586 h 3933368"/>
                <a:gd name="connsiteX1" fmla="*/ 3275055 w 6432311"/>
                <a:gd name="connsiteY1" fmla="*/ 11419 h 3933368"/>
                <a:gd name="connsiteX2" fmla="*/ 5075375 w 6432311"/>
                <a:gd name="connsiteY2" fmla="*/ 3611618 h 3933368"/>
                <a:gd name="connsiteX3" fmla="*/ 159282 w 6432311"/>
                <a:gd name="connsiteY3" fmla="*/ 2456586 h 3933368"/>
                <a:gd name="connsiteX0" fmla="*/ 159282 w 6599093"/>
                <a:gd name="connsiteY0" fmla="*/ 2456586 h 3932011"/>
                <a:gd name="connsiteX1" fmla="*/ 3275055 w 6599093"/>
                <a:gd name="connsiteY1" fmla="*/ 11419 h 3932011"/>
                <a:gd name="connsiteX2" fmla="*/ 5075375 w 6599093"/>
                <a:gd name="connsiteY2" fmla="*/ 3611618 h 3932011"/>
                <a:gd name="connsiteX3" fmla="*/ 159282 w 6599093"/>
                <a:gd name="connsiteY3" fmla="*/ 2456586 h 3932011"/>
                <a:gd name="connsiteX0" fmla="*/ 26590 w 6423987"/>
                <a:gd name="connsiteY0" fmla="*/ 2451701 h 4246435"/>
                <a:gd name="connsiteX1" fmla="*/ 3142363 w 6423987"/>
                <a:gd name="connsiteY1" fmla="*/ 6534 h 4246435"/>
                <a:gd name="connsiteX2" fmla="*/ 4875447 w 6423987"/>
                <a:gd name="connsiteY2" fmla="*/ 3942910 h 4246435"/>
                <a:gd name="connsiteX3" fmla="*/ 26590 w 6423987"/>
                <a:gd name="connsiteY3" fmla="*/ 2451701 h 4246435"/>
                <a:gd name="connsiteX0" fmla="*/ 96204 w 6493601"/>
                <a:gd name="connsiteY0" fmla="*/ 2456221 h 4250955"/>
                <a:gd name="connsiteX1" fmla="*/ 3211977 w 6493601"/>
                <a:gd name="connsiteY1" fmla="*/ 11054 h 4250955"/>
                <a:gd name="connsiteX2" fmla="*/ 4945061 w 6493601"/>
                <a:gd name="connsiteY2" fmla="*/ 3947430 h 4250955"/>
                <a:gd name="connsiteX3" fmla="*/ 96204 w 6493601"/>
                <a:gd name="connsiteY3" fmla="*/ 2456221 h 4250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3601" h="4250955">
                  <a:moveTo>
                    <a:pt x="96204" y="2456221"/>
                  </a:moveTo>
                  <a:cubicBezTo>
                    <a:pt x="-515372" y="952994"/>
                    <a:pt x="1939438" y="-121529"/>
                    <a:pt x="3211977" y="11054"/>
                  </a:cubicBezTo>
                  <a:cubicBezTo>
                    <a:pt x="7012563" y="291555"/>
                    <a:pt x="7403564" y="5551062"/>
                    <a:pt x="4945061" y="3947430"/>
                  </a:cubicBezTo>
                  <a:cubicBezTo>
                    <a:pt x="2486558" y="2343798"/>
                    <a:pt x="707780" y="3959448"/>
                    <a:pt x="96204" y="245622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75A0E03-280A-F252-788E-6257AF7EEE24}"/>
                </a:ext>
              </a:extLst>
            </p:cNvPr>
            <p:cNvSpPr/>
            <p:nvPr userDrawn="1"/>
          </p:nvSpPr>
          <p:spPr>
            <a:xfrm rot="16200000">
              <a:off x="10685035" y="721017"/>
              <a:ext cx="3113660" cy="2697145"/>
            </a:xfrm>
            <a:custGeom>
              <a:avLst/>
              <a:gdLst>
                <a:gd name="connsiteX0" fmla="*/ 1379177 w 3361382"/>
                <a:gd name="connsiteY0" fmla="*/ 673 h 2796865"/>
                <a:gd name="connsiteX1" fmla="*/ 3226456 w 3361382"/>
                <a:gd name="connsiteY1" fmla="*/ 698468 h 2796865"/>
                <a:gd name="connsiteX2" fmla="*/ 1654520 w 3361382"/>
                <a:gd name="connsiteY2" fmla="*/ 2790226 h 2796865"/>
                <a:gd name="connsiteX3" fmla="*/ 99339 w 3361382"/>
                <a:gd name="connsiteY3" fmla="*/ 407389 h 2796865"/>
                <a:gd name="connsiteX4" fmla="*/ 1379177 w 3361382"/>
                <a:gd name="connsiteY4" fmla="*/ 673 h 2796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1382" h="2796865">
                  <a:moveTo>
                    <a:pt x="1379177" y="673"/>
                  </a:moveTo>
                  <a:cubicBezTo>
                    <a:pt x="2098234" y="15104"/>
                    <a:pt x="2895448" y="261479"/>
                    <a:pt x="3226456" y="698468"/>
                  </a:cubicBezTo>
                  <a:cubicBezTo>
                    <a:pt x="3814916" y="1475338"/>
                    <a:pt x="2328320" y="2906177"/>
                    <a:pt x="1654520" y="2790226"/>
                  </a:cubicBezTo>
                  <a:cubicBezTo>
                    <a:pt x="980720" y="2674275"/>
                    <a:pt x="-377423" y="1067616"/>
                    <a:pt x="99339" y="407389"/>
                  </a:cubicBezTo>
                  <a:cubicBezTo>
                    <a:pt x="307922" y="118539"/>
                    <a:pt x="819909" y="-10550"/>
                    <a:pt x="1379177" y="673"/>
                  </a:cubicBezTo>
                  <a:close/>
                </a:path>
              </a:pathLst>
            </a:cu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en-US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CF5514-3F47-0C9C-9AD7-AFD1FE880F26}"/>
              </a:ext>
            </a:extLst>
          </p:cNvPr>
          <p:cNvSpPr>
            <a:spLocks noGrp="1"/>
          </p:cNvSpPr>
          <p:nvPr userDrawn="1">
            <p:ph type="body" idx="1" hasCustomPrompt="1"/>
          </p:nvPr>
        </p:nvSpPr>
        <p:spPr>
          <a:xfrm>
            <a:off x="612778" y="1939925"/>
            <a:ext cx="5384798" cy="82391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0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257FB3-70D5-7DA4-A11B-9A56641487FD}"/>
              </a:ext>
            </a:extLst>
          </p:cNvPr>
          <p:cNvSpPr>
            <a:spLocks noGrp="1"/>
          </p:cNvSpPr>
          <p:nvPr userDrawn="1">
            <p:ph sz="half" idx="2"/>
          </p:nvPr>
        </p:nvSpPr>
        <p:spPr>
          <a:xfrm>
            <a:off x="612778" y="2852582"/>
            <a:ext cx="5384798" cy="347963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A9D676-54F3-C077-56F4-907DD78FDAC4}"/>
              </a:ext>
            </a:extLst>
          </p:cNvPr>
          <p:cNvSpPr>
            <a:spLocks noGrp="1"/>
          </p:cNvSpPr>
          <p:nvPr userDrawn="1">
            <p:ph type="body" sz="quarter" idx="3" hasCustomPrompt="1"/>
          </p:nvPr>
        </p:nvSpPr>
        <p:spPr>
          <a:xfrm>
            <a:off x="6202343" y="1939925"/>
            <a:ext cx="5384787" cy="82391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0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7B3973-833E-1126-A0D9-B347B3A875D9}"/>
              </a:ext>
            </a:extLst>
          </p:cNvPr>
          <p:cNvSpPr>
            <a:spLocks noGrp="1"/>
          </p:cNvSpPr>
          <p:nvPr userDrawn="1">
            <p:ph sz="quarter" idx="4"/>
          </p:nvPr>
        </p:nvSpPr>
        <p:spPr>
          <a:xfrm>
            <a:off x="6202343" y="2852644"/>
            <a:ext cx="5384787" cy="34808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itle Placeholder 1">
            <a:extLst>
              <a:ext uri="{FF2B5EF4-FFF2-40B4-BE49-F238E27FC236}">
                <a16:creationId xmlns:a16="http://schemas.microsoft.com/office/drawing/2014/main" id="{F0E71305-A1C6-6777-9AEB-A1860573B452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12777" y="525782"/>
            <a:ext cx="109696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Date Placeholder 6">
            <a:extLst>
              <a:ext uri="{FF2B5EF4-FFF2-40B4-BE49-F238E27FC236}">
                <a16:creationId xmlns:a16="http://schemas.microsoft.com/office/drawing/2014/main" id="{203AF873-87E9-BCB6-BE09-7E98C1FA9AFB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>
          <a:xfrm>
            <a:off x="637061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7" name="Footer Placeholder 7">
            <a:extLst>
              <a:ext uri="{FF2B5EF4-FFF2-40B4-BE49-F238E27FC236}">
                <a16:creationId xmlns:a16="http://schemas.microsoft.com/office/drawing/2014/main" id="{B859D33E-F567-7477-407C-74578A4C2797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4038600" y="643673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8">
            <a:extLst>
              <a:ext uri="{FF2B5EF4-FFF2-40B4-BE49-F238E27FC236}">
                <a16:creationId xmlns:a16="http://schemas.microsoft.com/office/drawing/2014/main" id="{EEC02635-44AA-63F0-91C3-B75BFD8018DB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839200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8346930-0016-4860-5BF1-B99AF2D69135}"/>
              </a:ext>
            </a:extLst>
          </p:cNvPr>
          <p:cNvSpPr/>
          <p:nvPr userDrawn="1"/>
        </p:nvSpPr>
        <p:spPr>
          <a:xfrm>
            <a:off x="11205696" y="6374096"/>
            <a:ext cx="485702" cy="490399"/>
          </a:xfrm>
          <a:custGeom>
            <a:avLst/>
            <a:gdLst>
              <a:gd name="connsiteX0" fmla="*/ 831964 w 1880411"/>
              <a:gd name="connsiteY0" fmla="*/ 1 h 1898594"/>
              <a:gd name="connsiteX1" fmla="*/ 1624530 w 1880411"/>
              <a:gd name="connsiteY1" fmla="*/ 228196 h 1898594"/>
              <a:gd name="connsiteX2" fmla="*/ 1527767 w 1880411"/>
              <a:gd name="connsiteY2" fmla="*/ 1893513 h 1898594"/>
              <a:gd name="connsiteX3" fmla="*/ 70 w 1880411"/>
              <a:gd name="connsiteY3" fmla="*/ 463167 h 1898594"/>
              <a:gd name="connsiteX4" fmla="*/ 831964 w 1880411"/>
              <a:gd name="connsiteY4" fmla="*/ 1 h 189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0411" h="1898594">
                <a:moveTo>
                  <a:pt x="831964" y="1"/>
                </a:moveTo>
                <a:cubicBezTo>
                  <a:pt x="1159479" y="-120"/>
                  <a:pt x="1489430" y="83433"/>
                  <a:pt x="1624530" y="228196"/>
                </a:cubicBezTo>
                <a:cubicBezTo>
                  <a:pt x="1933330" y="559082"/>
                  <a:pt x="2030335" y="1811248"/>
                  <a:pt x="1527767" y="1893513"/>
                </a:cubicBezTo>
                <a:cubicBezTo>
                  <a:pt x="1025200" y="1975779"/>
                  <a:pt x="11204" y="1040120"/>
                  <a:pt x="70" y="463167"/>
                </a:cubicBezTo>
                <a:cubicBezTo>
                  <a:pt x="-6193" y="138631"/>
                  <a:pt x="410873" y="157"/>
                  <a:pt x="831964" y="1"/>
                </a:cubicBezTo>
                <a:close/>
              </a:path>
            </a:pathLst>
          </a:custGeom>
          <a:noFill/>
          <a:ln w="158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4152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5BBDC146-E4A7-69A3-DC24-814B3937EE54}"/>
              </a:ext>
            </a:extLst>
          </p:cNvPr>
          <p:cNvGrpSpPr/>
          <p:nvPr userDrawn="1"/>
        </p:nvGrpSpPr>
        <p:grpSpPr>
          <a:xfrm rot="10800000">
            <a:off x="-1475667" y="-1253308"/>
            <a:ext cx="3675234" cy="5219267"/>
            <a:chOff x="10065759" y="-547767"/>
            <a:chExt cx="3675234" cy="5219267"/>
          </a:xfrm>
        </p:grpSpPr>
        <p:sp>
          <p:nvSpPr>
            <p:cNvPr id="25" name="Triangle 2">
              <a:extLst>
                <a:ext uri="{FF2B5EF4-FFF2-40B4-BE49-F238E27FC236}">
                  <a16:creationId xmlns:a16="http://schemas.microsoft.com/office/drawing/2014/main" id="{C805332D-0F7B-C9E8-9527-E4D571036664}"/>
                </a:ext>
              </a:extLst>
            </p:cNvPr>
            <p:cNvSpPr/>
            <p:nvPr userDrawn="1"/>
          </p:nvSpPr>
          <p:spPr>
            <a:xfrm rot="18063433">
              <a:off x="9896889" y="2563121"/>
              <a:ext cx="2243660" cy="1905920"/>
            </a:xfrm>
            <a:custGeom>
              <a:avLst/>
              <a:gdLst>
                <a:gd name="connsiteX0" fmla="*/ 0 w 4306493"/>
                <a:gd name="connsiteY0" fmla="*/ 3712494 h 3712494"/>
                <a:gd name="connsiteX1" fmla="*/ 2153247 w 4306493"/>
                <a:gd name="connsiteY1" fmla="*/ 0 h 3712494"/>
                <a:gd name="connsiteX2" fmla="*/ 4306493 w 4306493"/>
                <a:gd name="connsiteY2" fmla="*/ 3712494 h 3712494"/>
                <a:gd name="connsiteX3" fmla="*/ 0 w 4306493"/>
                <a:gd name="connsiteY3" fmla="*/ 3712494 h 3712494"/>
                <a:gd name="connsiteX0" fmla="*/ 0 w 4306493"/>
                <a:gd name="connsiteY0" fmla="*/ 3696452 h 3696452"/>
                <a:gd name="connsiteX1" fmla="*/ 2329710 w 4306493"/>
                <a:gd name="connsiteY1" fmla="*/ 0 h 3696452"/>
                <a:gd name="connsiteX2" fmla="*/ 4306493 w 4306493"/>
                <a:gd name="connsiteY2" fmla="*/ 3696452 h 3696452"/>
                <a:gd name="connsiteX3" fmla="*/ 0 w 4306493"/>
                <a:gd name="connsiteY3" fmla="*/ 3696452 h 3696452"/>
                <a:gd name="connsiteX0" fmla="*/ 37309 w 4402235"/>
                <a:gd name="connsiteY0" fmla="*/ 3696452 h 3696452"/>
                <a:gd name="connsiteX1" fmla="*/ 2367019 w 4402235"/>
                <a:gd name="connsiteY1" fmla="*/ 0 h 3696452"/>
                <a:gd name="connsiteX2" fmla="*/ 4343802 w 4402235"/>
                <a:gd name="connsiteY2" fmla="*/ 3696452 h 3696452"/>
                <a:gd name="connsiteX3" fmla="*/ 37309 w 4402235"/>
                <a:gd name="connsiteY3" fmla="*/ 3696452 h 3696452"/>
                <a:gd name="connsiteX0" fmla="*/ 37309 w 4758551"/>
                <a:gd name="connsiteY0" fmla="*/ 3696452 h 3696452"/>
                <a:gd name="connsiteX1" fmla="*/ 2367019 w 4758551"/>
                <a:gd name="connsiteY1" fmla="*/ 0 h 3696452"/>
                <a:gd name="connsiteX2" fmla="*/ 4343802 w 4758551"/>
                <a:gd name="connsiteY2" fmla="*/ 3696452 h 3696452"/>
                <a:gd name="connsiteX3" fmla="*/ 37309 w 4758551"/>
                <a:gd name="connsiteY3" fmla="*/ 3696452 h 3696452"/>
                <a:gd name="connsiteX0" fmla="*/ 379572 w 5100814"/>
                <a:gd name="connsiteY0" fmla="*/ 3696452 h 3696452"/>
                <a:gd name="connsiteX1" fmla="*/ 2709282 w 5100814"/>
                <a:gd name="connsiteY1" fmla="*/ 0 h 3696452"/>
                <a:gd name="connsiteX2" fmla="*/ 4686065 w 5100814"/>
                <a:gd name="connsiteY2" fmla="*/ 3696452 h 3696452"/>
                <a:gd name="connsiteX3" fmla="*/ 379572 w 5100814"/>
                <a:gd name="connsiteY3" fmla="*/ 3696452 h 3696452"/>
                <a:gd name="connsiteX0" fmla="*/ 527795 w 5425824"/>
                <a:gd name="connsiteY0" fmla="*/ 3696657 h 3696657"/>
                <a:gd name="connsiteX1" fmla="*/ 2857505 w 5425824"/>
                <a:gd name="connsiteY1" fmla="*/ 205 h 3696657"/>
                <a:gd name="connsiteX2" fmla="*/ 4834288 w 5425824"/>
                <a:gd name="connsiteY2" fmla="*/ 3696657 h 3696657"/>
                <a:gd name="connsiteX3" fmla="*/ 527795 w 5425824"/>
                <a:gd name="connsiteY3" fmla="*/ 3696657 h 3696657"/>
                <a:gd name="connsiteX0" fmla="*/ 507350 w 5405379"/>
                <a:gd name="connsiteY0" fmla="*/ 3696679 h 3853535"/>
                <a:gd name="connsiteX1" fmla="*/ 2837060 w 5405379"/>
                <a:gd name="connsiteY1" fmla="*/ 227 h 3853535"/>
                <a:gd name="connsiteX2" fmla="*/ 4813843 w 5405379"/>
                <a:gd name="connsiteY2" fmla="*/ 3696679 h 3853535"/>
                <a:gd name="connsiteX3" fmla="*/ 507350 w 5405379"/>
                <a:gd name="connsiteY3" fmla="*/ 3696679 h 3853535"/>
                <a:gd name="connsiteX0" fmla="*/ 321130 w 5326541"/>
                <a:gd name="connsiteY0" fmla="*/ 2552473 h 3795422"/>
                <a:gd name="connsiteX1" fmla="*/ 3260440 w 5326541"/>
                <a:gd name="connsiteY1" fmla="*/ 11053 h 3795422"/>
                <a:gd name="connsiteX2" fmla="*/ 5237223 w 5326541"/>
                <a:gd name="connsiteY2" fmla="*/ 3707505 h 3795422"/>
                <a:gd name="connsiteX3" fmla="*/ 321130 w 5326541"/>
                <a:gd name="connsiteY3" fmla="*/ 2552473 h 3795422"/>
                <a:gd name="connsiteX0" fmla="*/ 131275 w 5136686"/>
                <a:gd name="connsiteY0" fmla="*/ 2556035 h 3848881"/>
                <a:gd name="connsiteX1" fmla="*/ 3070585 w 5136686"/>
                <a:gd name="connsiteY1" fmla="*/ 14615 h 3848881"/>
                <a:gd name="connsiteX2" fmla="*/ 5047368 w 5136686"/>
                <a:gd name="connsiteY2" fmla="*/ 3711067 h 3848881"/>
                <a:gd name="connsiteX3" fmla="*/ 131275 w 5136686"/>
                <a:gd name="connsiteY3" fmla="*/ 2556035 h 3848881"/>
                <a:gd name="connsiteX0" fmla="*/ 139833 w 5155503"/>
                <a:gd name="connsiteY0" fmla="*/ 2577742 h 3870588"/>
                <a:gd name="connsiteX1" fmla="*/ 3079143 w 5155503"/>
                <a:gd name="connsiteY1" fmla="*/ 36322 h 3870588"/>
                <a:gd name="connsiteX2" fmla="*/ 5055926 w 5155503"/>
                <a:gd name="connsiteY2" fmla="*/ 3732774 h 3870588"/>
                <a:gd name="connsiteX3" fmla="*/ 139833 w 5155503"/>
                <a:gd name="connsiteY3" fmla="*/ 2577742 h 3870588"/>
                <a:gd name="connsiteX0" fmla="*/ 26029 w 5061836"/>
                <a:gd name="connsiteY0" fmla="*/ 2477397 h 3730043"/>
                <a:gd name="connsiteX1" fmla="*/ 3141802 w 5061836"/>
                <a:gd name="connsiteY1" fmla="*/ 32230 h 3730043"/>
                <a:gd name="connsiteX2" fmla="*/ 4942122 w 5061836"/>
                <a:gd name="connsiteY2" fmla="*/ 3632429 h 3730043"/>
                <a:gd name="connsiteX3" fmla="*/ 26029 w 5061836"/>
                <a:gd name="connsiteY3" fmla="*/ 2477397 h 3730043"/>
                <a:gd name="connsiteX0" fmla="*/ 116397 w 5152204"/>
                <a:gd name="connsiteY0" fmla="*/ 2487445 h 3802029"/>
                <a:gd name="connsiteX1" fmla="*/ 3232170 w 5152204"/>
                <a:gd name="connsiteY1" fmla="*/ 42278 h 3802029"/>
                <a:gd name="connsiteX2" fmla="*/ 5032490 w 5152204"/>
                <a:gd name="connsiteY2" fmla="*/ 3642477 h 3802029"/>
                <a:gd name="connsiteX3" fmla="*/ 116397 w 5152204"/>
                <a:gd name="connsiteY3" fmla="*/ 2487445 h 3802029"/>
                <a:gd name="connsiteX0" fmla="*/ 116397 w 5311374"/>
                <a:gd name="connsiteY0" fmla="*/ 2487445 h 3961862"/>
                <a:gd name="connsiteX1" fmla="*/ 3232170 w 5311374"/>
                <a:gd name="connsiteY1" fmla="*/ 42278 h 3961862"/>
                <a:gd name="connsiteX2" fmla="*/ 5032490 w 5311374"/>
                <a:gd name="connsiteY2" fmla="*/ 3642477 h 3961862"/>
                <a:gd name="connsiteX3" fmla="*/ 116397 w 5311374"/>
                <a:gd name="connsiteY3" fmla="*/ 2487445 h 3961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11374" h="3961862">
                  <a:moveTo>
                    <a:pt x="116397" y="2487445"/>
                  </a:moveTo>
                  <a:cubicBezTo>
                    <a:pt x="-600751" y="1293854"/>
                    <a:pt x="2188231" y="-278564"/>
                    <a:pt x="3232170" y="42278"/>
                  </a:cubicBezTo>
                  <a:cubicBezTo>
                    <a:pt x="4276109" y="363120"/>
                    <a:pt x="5984922" y="2865980"/>
                    <a:pt x="5032490" y="3642477"/>
                  </a:cubicBezTo>
                  <a:cubicBezTo>
                    <a:pt x="4080058" y="4418974"/>
                    <a:pt x="833545" y="3681036"/>
                    <a:pt x="116397" y="24874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6" name="Triangle 2">
              <a:extLst>
                <a:ext uri="{FF2B5EF4-FFF2-40B4-BE49-F238E27FC236}">
                  <a16:creationId xmlns:a16="http://schemas.microsoft.com/office/drawing/2014/main" id="{5D91243D-E56B-00E6-D7B0-6A7B4F0FB23D}"/>
                </a:ext>
              </a:extLst>
            </p:cNvPr>
            <p:cNvSpPr/>
            <p:nvPr userDrawn="1"/>
          </p:nvSpPr>
          <p:spPr>
            <a:xfrm rot="16535288">
              <a:off x="10076622" y="177133"/>
              <a:ext cx="4197907" cy="2748107"/>
            </a:xfrm>
            <a:custGeom>
              <a:avLst/>
              <a:gdLst>
                <a:gd name="connsiteX0" fmla="*/ 0 w 4306493"/>
                <a:gd name="connsiteY0" fmla="*/ 3712494 h 3712494"/>
                <a:gd name="connsiteX1" fmla="*/ 2153247 w 4306493"/>
                <a:gd name="connsiteY1" fmla="*/ 0 h 3712494"/>
                <a:gd name="connsiteX2" fmla="*/ 4306493 w 4306493"/>
                <a:gd name="connsiteY2" fmla="*/ 3712494 h 3712494"/>
                <a:gd name="connsiteX3" fmla="*/ 0 w 4306493"/>
                <a:gd name="connsiteY3" fmla="*/ 3712494 h 3712494"/>
                <a:gd name="connsiteX0" fmla="*/ 0 w 4306493"/>
                <a:gd name="connsiteY0" fmla="*/ 3696452 h 3696452"/>
                <a:gd name="connsiteX1" fmla="*/ 2329710 w 4306493"/>
                <a:gd name="connsiteY1" fmla="*/ 0 h 3696452"/>
                <a:gd name="connsiteX2" fmla="*/ 4306493 w 4306493"/>
                <a:gd name="connsiteY2" fmla="*/ 3696452 h 3696452"/>
                <a:gd name="connsiteX3" fmla="*/ 0 w 4306493"/>
                <a:gd name="connsiteY3" fmla="*/ 3696452 h 3696452"/>
                <a:gd name="connsiteX0" fmla="*/ 37309 w 4402235"/>
                <a:gd name="connsiteY0" fmla="*/ 3696452 h 3696452"/>
                <a:gd name="connsiteX1" fmla="*/ 2367019 w 4402235"/>
                <a:gd name="connsiteY1" fmla="*/ 0 h 3696452"/>
                <a:gd name="connsiteX2" fmla="*/ 4343802 w 4402235"/>
                <a:gd name="connsiteY2" fmla="*/ 3696452 h 3696452"/>
                <a:gd name="connsiteX3" fmla="*/ 37309 w 4402235"/>
                <a:gd name="connsiteY3" fmla="*/ 3696452 h 3696452"/>
                <a:gd name="connsiteX0" fmla="*/ 37309 w 4758551"/>
                <a:gd name="connsiteY0" fmla="*/ 3696452 h 3696452"/>
                <a:gd name="connsiteX1" fmla="*/ 2367019 w 4758551"/>
                <a:gd name="connsiteY1" fmla="*/ 0 h 3696452"/>
                <a:gd name="connsiteX2" fmla="*/ 4343802 w 4758551"/>
                <a:gd name="connsiteY2" fmla="*/ 3696452 h 3696452"/>
                <a:gd name="connsiteX3" fmla="*/ 37309 w 4758551"/>
                <a:gd name="connsiteY3" fmla="*/ 3696452 h 3696452"/>
                <a:gd name="connsiteX0" fmla="*/ 379572 w 5100814"/>
                <a:gd name="connsiteY0" fmla="*/ 3696452 h 3696452"/>
                <a:gd name="connsiteX1" fmla="*/ 2709282 w 5100814"/>
                <a:gd name="connsiteY1" fmla="*/ 0 h 3696452"/>
                <a:gd name="connsiteX2" fmla="*/ 4686065 w 5100814"/>
                <a:gd name="connsiteY2" fmla="*/ 3696452 h 3696452"/>
                <a:gd name="connsiteX3" fmla="*/ 379572 w 5100814"/>
                <a:gd name="connsiteY3" fmla="*/ 3696452 h 3696452"/>
                <a:gd name="connsiteX0" fmla="*/ 527795 w 5425824"/>
                <a:gd name="connsiteY0" fmla="*/ 3696657 h 3696657"/>
                <a:gd name="connsiteX1" fmla="*/ 2857505 w 5425824"/>
                <a:gd name="connsiteY1" fmla="*/ 205 h 3696657"/>
                <a:gd name="connsiteX2" fmla="*/ 4834288 w 5425824"/>
                <a:gd name="connsiteY2" fmla="*/ 3696657 h 3696657"/>
                <a:gd name="connsiteX3" fmla="*/ 527795 w 5425824"/>
                <a:gd name="connsiteY3" fmla="*/ 3696657 h 3696657"/>
                <a:gd name="connsiteX0" fmla="*/ 507350 w 5405379"/>
                <a:gd name="connsiteY0" fmla="*/ 3696679 h 3853535"/>
                <a:gd name="connsiteX1" fmla="*/ 2837060 w 5405379"/>
                <a:gd name="connsiteY1" fmla="*/ 227 h 3853535"/>
                <a:gd name="connsiteX2" fmla="*/ 4813843 w 5405379"/>
                <a:gd name="connsiteY2" fmla="*/ 3696679 h 3853535"/>
                <a:gd name="connsiteX3" fmla="*/ 507350 w 5405379"/>
                <a:gd name="connsiteY3" fmla="*/ 3696679 h 3853535"/>
                <a:gd name="connsiteX0" fmla="*/ 321130 w 5326541"/>
                <a:gd name="connsiteY0" fmla="*/ 2552473 h 3795422"/>
                <a:gd name="connsiteX1" fmla="*/ 3260440 w 5326541"/>
                <a:gd name="connsiteY1" fmla="*/ 11053 h 3795422"/>
                <a:gd name="connsiteX2" fmla="*/ 5237223 w 5326541"/>
                <a:gd name="connsiteY2" fmla="*/ 3707505 h 3795422"/>
                <a:gd name="connsiteX3" fmla="*/ 321130 w 5326541"/>
                <a:gd name="connsiteY3" fmla="*/ 2552473 h 3795422"/>
                <a:gd name="connsiteX0" fmla="*/ 131275 w 5136686"/>
                <a:gd name="connsiteY0" fmla="*/ 2556035 h 3848881"/>
                <a:gd name="connsiteX1" fmla="*/ 3070585 w 5136686"/>
                <a:gd name="connsiteY1" fmla="*/ 14615 h 3848881"/>
                <a:gd name="connsiteX2" fmla="*/ 5047368 w 5136686"/>
                <a:gd name="connsiteY2" fmla="*/ 3711067 h 3848881"/>
                <a:gd name="connsiteX3" fmla="*/ 131275 w 5136686"/>
                <a:gd name="connsiteY3" fmla="*/ 2556035 h 3848881"/>
                <a:gd name="connsiteX0" fmla="*/ 139833 w 5155503"/>
                <a:gd name="connsiteY0" fmla="*/ 2577742 h 3870588"/>
                <a:gd name="connsiteX1" fmla="*/ 3079143 w 5155503"/>
                <a:gd name="connsiteY1" fmla="*/ 36322 h 3870588"/>
                <a:gd name="connsiteX2" fmla="*/ 5055926 w 5155503"/>
                <a:gd name="connsiteY2" fmla="*/ 3732774 h 3870588"/>
                <a:gd name="connsiteX3" fmla="*/ 139833 w 5155503"/>
                <a:gd name="connsiteY3" fmla="*/ 2577742 h 3870588"/>
                <a:gd name="connsiteX0" fmla="*/ 26029 w 5061836"/>
                <a:gd name="connsiteY0" fmla="*/ 2477397 h 3730043"/>
                <a:gd name="connsiteX1" fmla="*/ 3141802 w 5061836"/>
                <a:gd name="connsiteY1" fmla="*/ 32230 h 3730043"/>
                <a:gd name="connsiteX2" fmla="*/ 4942122 w 5061836"/>
                <a:gd name="connsiteY2" fmla="*/ 3632429 h 3730043"/>
                <a:gd name="connsiteX3" fmla="*/ 26029 w 5061836"/>
                <a:gd name="connsiteY3" fmla="*/ 2477397 h 3730043"/>
                <a:gd name="connsiteX0" fmla="*/ 116397 w 5152204"/>
                <a:gd name="connsiteY0" fmla="*/ 2487445 h 3802029"/>
                <a:gd name="connsiteX1" fmla="*/ 3232170 w 5152204"/>
                <a:gd name="connsiteY1" fmla="*/ 42278 h 3802029"/>
                <a:gd name="connsiteX2" fmla="*/ 5032490 w 5152204"/>
                <a:gd name="connsiteY2" fmla="*/ 3642477 h 3802029"/>
                <a:gd name="connsiteX3" fmla="*/ 116397 w 5152204"/>
                <a:gd name="connsiteY3" fmla="*/ 2487445 h 3802029"/>
                <a:gd name="connsiteX0" fmla="*/ 116397 w 5311374"/>
                <a:gd name="connsiteY0" fmla="*/ 2487445 h 3961862"/>
                <a:gd name="connsiteX1" fmla="*/ 3232170 w 5311374"/>
                <a:gd name="connsiteY1" fmla="*/ 42278 h 3961862"/>
                <a:gd name="connsiteX2" fmla="*/ 5032490 w 5311374"/>
                <a:gd name="connsiteY2" fmla="*/ 3642477 h 3961862"/>
                <a:gd name="connsiteX3" fmla="*/ 116397 w 5311374"/>
                <a:gd name="connsiteY3" fmla="*/ 2487445 h 3961862"/>
                <a:gd name="connsiteX0" fmla="*/ 116397 w 5759583"/>
                <a:gd name="connsiteY0" fmla="*/ 2487445 h 3799980"/>
                <a:gd name="connsiteX1" fmla="*/ 3232170 w 5759583"/>
                <a:gd name="connsiteY1" fmla="*/ 42278 h 3799980"/>
                <a:gd name="connsiteX2" fmla="*/ 5032490 w 5759583"/>
                <a:gd name="connsiteY2" fmla="*/ 3642477 h 3799980"/>
                <a:gd name="connsiteX3" fmla="*/ 116397 w 5759583"/>
                <a:gd name="connsiteY3" fmla="*/ 2487445 h 3799980"/>
                <a:gd name="connsiteX0" fmla="*/ 116397 w 6115206"/>
                <a:gd name="connsiteY0" fmla="*/ 2487445 h 3807611"/>
                <a:gd name="connsiteX1" fmla="*/ 3232170 w 6115206"/>
                <a:gd name="connsiteY1" fmla="*/ 42278 h 3807611"/>
                <a:gd name="connsiteX2" fmla="*/ 5032490 w 6115206"/>
                <a:gd name="connsiteY2" fmla="*/ 3642477 h 3807611"/>
                <a:gd name="connsiteX3" fmla="*/ 116397 w 6115206"/>
                <a:gd name="connsiteY3" fmla="*/ 2487445 h 3807611"/>
                <a:gd name="connsiteX0" fmla="*/ 116397 w 6206862"/>
                <a:gd name="connsiteY0" fmla="*/ 2487445 h 3799576"/>
                <a:gd name="connsiteX1" fmla="*/ 3232170 w 6206862"/>
                <a:gd name="connsiteY1" fmla="*/ 42278 h 3799576"/>
                <a:gd name="connsiteX2" fmla="*/ 5032490 w 6206862"/>
                <a:gd name="connsiteY2" fmla="*/ 3642477 h 3799576"/>
                <a:gd name="connsiteX3" fmla="*/ 116397 w 6206862"/>
                <a:gd name="connsiteY3" fmla="*/ 2487445 h 3799576"/>
                <a:gd name="connsiteX0" fmla="*/ 124476 w 6214941"/>
                <a:gd name="connsiteY0" fmla="*/ 2454008 h 3766139"/>
                <a:gd name="connsiteX1" fmla="*/ 3240249 w 6214941"/>
                <a:gd name="connsiteY1" fmla="*/ 8841 h 3766139"/>
                <a:gd name="connsiteX2" fmla="*/ 5040569 w 6214941"/>
                <a:gd name="connsiteY2" fmla="*/ 3609040 h 3766139"/>
                <a:gd name="connsiteX3" fmla="*/ 124476 w 6214941"/>
                <a:gd name="connsiteY3" fmla="*/ 2454008 h 3766139"/>
                <a:gd name="connsiteX0" fmla="*/ 124476 w 6397505"/>
                <a:gd name="connsiteY0" fmla="*/ 2454008 h 3930790"/>
                <a:gd name="connsiteX1" fmla="*/ 3240249 w 6397505"/>
                <a:gd name="connsiteY1" fmla="*/ 8841 h 3930790"/>
                <a:gd name="connsiteX2" fmla="*/ 5040569 w 6397505"/>
                <a:gd name="connsiteY2" fmla="*/ 3609040 h 3930790"/>
                <a:gd name="connsiteX3" fmla="*/ 124476 w 6397505"/>
                <a:gd name="connsiteY3" fmla="*/ 2454008 h 3930790"/>
                <a:gd name="connsiteX0" fmla="*/ 159282 w 6432311"/>
                <a:gd name="connsiteY0" fmla="*/ 2456586 h 3933368"/>
                <a:gd name="connsiteX1" fmla="*/ 3275055 w 6432311"/>
                <a:gd name="connsiteY1" fmla="*/ 11419 h 3933368"/>
                <a:gd name="connsiteX2" fmla="*/ 5075375 w 6432311"/>
                <a:gd name="connsiteY2" fmla="*/ 3611618 h 3933368"/>
                <a:gd name="connsiteX3" fmla="*/ 159282 w 6432311"/>
                <a:gd name="connsiteY3" fmla="*/ 2456586 h 3933368"/>
                <a:gd name="connsiteX0" fmla="*/ 159282 w 6599093"/>
                <a:gd name="connsiteY0" fmla="*/ 2456586 h 3932011"/>
                <a:gd name="connsiteX1" fmla="*/ 3275055 w 6599093"/>
                <a:gd name="connsiteY1" fmla="*/ 11419 h 3932011"/>
                <a:gd name="connsiteX2" fmla="*/ 5075375 w 6599093"/>
                <a:gd name="connsiteY2" fmla="*/ 3611618 h 3932011"/>
                <a:gd name="connsiteX3" fmla="*/ 159282 w 6599093"/>
                <a:gd name="connsiteY3" fmla="*/ 2456586 h 3932011"/>
                <a:gd name="connsiteX0" fmla="*/ 26590 w 6423987"/>
                <a:gd name="connsiteY0" fmla="*/ 2451701 h 4246435"/>
                <a:gd name="connsiteX1" fmla="*/ 3142363 w 6423987"/>
                <a:gd name="connsiteY1" fmla="*/ 6534 h 4246435"/>
                <a:gd name="connsiteX2" fmla="*/ 4875447 w 6423987"/>
                <a:gd name="connsiteY2" fmla="*/ 3942910 h 4246435"/>
                <a:gd name="connsiteX3" fmla="*/ 26590 w 6423987"/>
                <a:gd name="connsiteY3" fmla="*/ 2451701 h 4246435"/>
                <a:gd name="connsiteX0" fmla="*/ 96204 w 6493601"/>
                <a:gd name="connsiteY0" fmla="*/ 2456221 h 4250955"/>
                <a:gd name="connsiteX1" fmla="*/ 3211977 w 6493601"/>
                <a:gd name="connsiteY1" fmla="*/ 11054 h 4250955"/>
                <a:gd name="connsiteX2" fmla="*/ 4945061 w 6493601"/>
                <a:gd name="connsiteY2" fmla="*/ 3947430 h 4250955"/>
                <a:gd name="connsiteX3" fmla="*/ 96204 w 6493601"/>
                <a:gd name="connsiteY3" fmla="*/ 2456221 h 4250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3601" h="4250955">
                  <a:moveTo>
                    <a:pt x="96204" y="2456221"/>
                  </a:moveTo>
                  <a:cubicBezTo>
                    <a:pt x="-515372" y="952994"/>
                    <a:pt x="1939438" y="-121529"/>
                    <a:pt x="3211977" y="11054"/>
                  </a:cubicBezTo>
                  <a:cubicBezTo>
                    <a:pt x="7012563" y="291555"/>
                    <a:pt x="7403564" y="5551062"/>
                    <a:pt x="4945061" y="3947430"/>
                  </a:cubicBezTo>
                  <a:cubicBezTo>
                    <a:pt x="2486558" y="2343798"/>
                    <a:pt x="707780" y="3959448"/>
                    <a:pt x="96204" y="245622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3" name="Oval 17">
              <a:extLst>
                <a:ext uri="{FF2B5EF4-FFF2-40B4-BE49-F238E27FC236}">
                  <a16:creationId xmlns:a16="http://schemas.microsoft.com/office/drawing/2014/main" id="{8700C530-B252-4D59-F32A-C45391C467D0}"/>
                </a:ext>
              </a:extLst>
            </p:cNvPr>
            <p:cNvSpPr/>
            <p:nvPr userDrawn="1"/>
          </p:nvSpPr>
          <p:spPr>
            <a:xfrm rot="5400000">
              <a:off x="11171318" y="2101824"/>
              <a:ext cx="2485000" cy="2654351"/>
            </a:xfrm>
            <a:custGeom>
              <a:avLst/>
              <a:gdLst>
                <a:gd name="connsiteX0" fmla="*/ 0 w 1850045"/>
                <a:gd name="connsiteY0" fmla="*/ 925023 h 1850045"/>
                <a:gd name="connsiteX1" fmla="*/ 925023 w 1850045"/>
                <a:gd name="connsiteY1" fmla="*/ 0 h 1850045"/>
                <a:gd name="connsiteX2" fmla="*/ 1850046 w 1850045"/>
                <a:gd name="connsiteY2" fmla="*/ 925023 h 1850045"/>
                <a:gd name="connsiteX3" fmla="*/ 925023 w 1850045"/>
                <a:gd name="connsiteY3" fmla="*/ 1850046 h 1850045"/>
                <a:gd name="connsiteX4" fmla="*/ 0 w 1850045"/>
                <a:gd name="connsiteY4" fmla="*/ 925023 h 1850045"/>
                <a:gd name="connsiteX0" fmla="*/ 5 w 1850051"/>
                <a:gd name="connsiteY0" fmla="*/ 985983 h 1911006"/>
                <a:gd name="connsiteX1" fmla="*/ 914868 w 1850051"/>
                <a:gd name="connsiteY1" fmla="*/ 0 h 1911006"/>
                <a:gd name="connsiteX2" fmla="*/ 1850051 w 1850051"/>
                <a:gd name="connsiteY2" fmla="*/ 985983 h 1911006"/>
                <a:gd name="connsiteX3" fmla="*/ 925028 w 1850051"/>
                <a:gd name="connsiteY3" fmla="*/ 1911006 h 1911006"/>
                <a:gd name="connsiteX4" fmla="*/ 5 w 1850051"/>
                <a:gd name="connsiteY4" fmla="*/ 985983 h 1911006"/>
                <a:gd name="connsiteX0" fmla="*/ 4 w 1789090"/>
                <a:gd name="connsiteY0" fmla="*/ 996147 h 1911013"/>
                <a:gd name="connsiteX1" fmla="*/ 853907 w 1789090"/>
                <a:gd name="connsiteY1" fmla="*/ 4 h 1911013"/>
                <a:gd name="connsiteX2" fmla="*/ 1789090 w 1789090"/>
                <a:gd name="connsiteY2" fmla="*/ 985987 h 1911013"/>
                <a:gd name="connsiteX3" fmla="*/ 864067 w 1789090"/>
                <a:gd name="connsiteY3" fmla="*/ 1911010 h 1911013"/>
                <a:gd name="connsiteX4" fmla="*/ 4 w 1789090"/>
                <a:gd name="connsiteY4" fmla="*/ 996147 h 1911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9090" h="1911013">
                  <a:moveTo>
                    <a:pt x="4" y="996147"/>
                  </a:moveTo>
                  <a:cubicBezTo>
                    <a:pt x="-1689" y="677646"/>
                    <a:pt x="555726" y="1697"/>
                    <a:pt x="853907" y="4"/>
                  </a:cubicBezTo>
                  <a:cubicBezTo>
                    <a:pt x="1152088" y="-1689"/>
                    <a:pt x="1789090" y="475111"/>
                    <a:pt x="1789090" y="985987"/>
                  </a:cubicBezTo>
                  <a:cubicBezTo>
                    <a:pt x="1789090" y="1496863"/>
                    <a:pt x="1162248" y="1909317"/>
                    <a:pt x="864067" y="1911010"/>
                  </a:cubicBezTo>
                  <a:cubicBezTo>
                    <a:pt x="565886" y="1912703"/>
                    <a:pt x="1697" y="1314648"/>
                    <a:pt x="4" y="996147"/>
                  </a:cubicBezTo>
                  <a:close/>
                </a:path>
              </a:pathLst>
            </a:cu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B40D38F-CF40-6542-AE46-FC2D631B0D6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12777" y="1939925"/>
            <a:ext cx="3607423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7B94411-EE1B-C03C-ECA6-2C4902E5D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774" y="2853732"/>
            <a:ext cx="3611880" cy="347848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0FA7392-094B-A613-86FB-A9E944F23638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283406" y="1939925"/>
            <a:ext cx="3625189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68ACE00C-9CB9-DC00-4643-DA904CA9AA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292287" y="2853732"/>
            <a:ext cx="3611880" cy="347848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2013688-DF31-3EE2-D370-36B3288E68B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971800" y="1939925"/>
            <a:ext cx="3607423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F083F95-2FCF-68CA-C819-D4BE0495B34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71801" y="2853732"/>
            <a:ext cx="3611880" cy="347848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9" name="Title Placeholder 1">
            <a:extLst>
              <a:ext uri="{FF2B5EF4-FFF2-40B4-BE49-F238E27FC236}">
                <a16:creationId xmlns:a16="http://schemas.microsoft.com/office/drawing/2014/main" id="{5383B23B-2B89-6FE6-0D68-1362CD351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7" y="525782"/>
            <a:ext cx="109696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Date Placeholder 6">
            <a:extLst>
              <a:ext uri="{FF2B5EF4-FFF2-40B4-BE49-F238E27FC236}">
                <a16:creationId xmlns:a16="http://schemas.microsoft.com/office/drawing/2014/main" id="{0BD96AAC-2A16-AEA3-835C-312279BF0D2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37061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Footer Placeholder 7">
            <a:extLst>
              <a:ext uri="{FF2B5EF4-FFF2-40B4-BE49-F238E27FC236}">
                <a16:creationId xmlns:a16="http://schemas.microsoft.com/office/drawing/2014/main" id="{D7F2A051-388B-0EF0-3010-2D76F543A61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38600" y="643673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8">
            <a:extLst>
              <a:ext uri="{FF2B5EF4-FFF2-40B4-BE49-F238E27FC236}">
                <a16:creationId xmlns:a16="http://schemas.microsoft.com/office/drawing/2014/main" id="{7FF574CA-C2E4-47EB-2F69-0903FF2764F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39200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E890912-0770-4248-AC05-3BE0227243C1}"/>
              </a:ext>
            </a:extLst>
          </p:cNvPr>
          <p:cNvSpPr/>
          <p:nvPr userDrawn="1"/>
        </p:nvSpPr>
        <p:spPr>
          <a:xfrm>
            <a:off x="11205696" y="6374096"/>
            <a:ext cx="485702" cy="490399"/>
          </a:xfrm>
          <a:custGeom>
            <a:avLst/>
            <a:gdLst>
              <a:gd name="connsiteX0" fmla="*/ 831964 w 1880411"/>
              <a:gd name="connsiteY0" fmla="*/ 1 h 1898594"/>
              <a:gd name="connsiteX1" fmla="*/ 1624530 w 1880411"/>
              <a:gd name="connsiteY1" fmla="*/ 228196 h 1898594"/>
              <a:gd name="connsiteX2" fmla="*/ 1527767 w 1880411"/>
              <a:gd name="connsiteY2" fmla="*/ 1893513 h 1898594"/>
              <a:gd name="connsiteX3" fmla="*/ 70 w 1880411"/>
              <a:gd name="connsiteY3" fmla="*/ 463167 h 1898594"/>
              <a:gd name="connsiteX4" fmla="*/ 831964 w 1880411"/>
              <a:gd name="connsiteY4" fmla="*/ 1 h 189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0411" h="1898594">
                <a:moveTo>
                  <a:pt x="831964" y="1"/>
                </a:moveTo>
                <a:cubicBezTo>
                  <a:pt x="1159479" y="-120"/>
                  <a:pt x="1489430" y="83433"/>
                  <a:pt x="1624530" y="228196"/>
                </a:cubicBezTo>
                <a:cubicBezTo>
                  <a:pt x="1933330" y="559082"/>
                  <a:pt x="2030335" y="1811248"/>
                  <a:pt x="1527767" y="1893513"/>
                </a:cubicBezTo>
                <a:cubicBezTo>
                  <a:pt x="1025200" y="1975779"/>
                  <a:pt x="11204" y="1040120"/>
                  <a:pt x="70" y="463167"/>
                </a:cubicBezTo>
                <a:cubicBezTo>
                  <a:pt x="-6193" y="138631"/>
                  <a:pt x="410873" y="157"/>
                  <a:pt x="831964" y="1"/>
                </a:cubicBezTo>
                <a:close/>
              </a:path>
            </a:pathLst>
          </a:custGeom>
          <a:noFill/>
          <a:ln w="158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787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5DB71F8-0B7D-8F39-1EF6-7145FE1ABF1D}"/>
              </a:ext>
            </a:extLst>
          </p:cNvPr>
          <p:cNvGrpSpPr/>
          <p:nvPr userDrawn="1"/>
        </p:nvGrpSpPr>
        <p:grpSpPr>
          <a:xfrm>
            <a:off x="612775" y="1872775"/>
            <a:ext cx="5753483" cy="45720"/>
            <a:chOff x="5438818" y="4637445"/>
            <a:chExt cx="5753483" cy="4572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31CD59A-A86C-C78E-E273-780346516B77}"/>
                </a:ext>
              </a:extLst>
            </p:cNvPr>
            <p:cNvSpPr/>
            <p:nvPr userDrawn="1"/>
          </p:nvSpPr>
          <p:spPr>
            <a:xfrm>
              <a:off x="5438818" y="4637445"/>
              <a:ext cx="960120" cy="4572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51398EA-5739-DC96-9BD2-940012850A53}"/>
                </a:ext>
              </a:extLst>
            </p:cNvPr>
            <p:cNvSpPr/>
            <p:nvPr userDrawn="1"/>
          </p:nvSpPr>
          <p:spPr>
            <a:xfrm>
              <a:off x="6391701" y="4637445"/>
              <a:ext cx="960120" cy="4572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7083A06-6949-6EF2-9F2D-CD00759F7D48}"/>
                </a:ext>
              </a:extLst>
            </p:cNvPr>
            <p:cNvSpPr/>
            <p:nvPr userDrawn="1"/>
          </p:nvSpPr>
          <p:spPr>
            <a:xfrm>
              <a:off x="7351821" y="4637445"/>
              <a:ext cx="960120" cy="457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4DA60ED-A9E7-1EAA-AC3B-3C4FCB1792AB}"/>
                </a:ext>
              </a:extLst>
            </p:cNvPr>
            <p:cNvSpPr/>
            <p:nvPr userDrawn="1"/>
          </p:nvSpPr>
          <p:spPr>
            <a:xfrm>
              <a:off x="8311941" y="4637445"/>
              <a:ext cx="960120" cy="457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830C591-2F59-9DF1-FF91-3C457E5B4513}"/>
                </a:ext>
              </a:extLst>
            </p:cNvPr>
            <p:cNvSpPr/>
            <p:nvPr userDrawn="1"/>
          </p:nvSpPr>
          <p:spPr>
            <a:xfrm>
              <a:off x="9272061" y="4637445"/>
              <a:ext cx="960120" cy="457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39E9EC2-5695-E76C-008F-5C2E613CD928}"/>
                </a:ext>
              </a:extLst>
            </p:cNvPr>
            <p:cNvSpPr/>
            <p:nvPr userDrawn="1"/>
          </p:nvSpPr>
          <p:spPr>
            <a:xfrm>
              <a:off x="10232181" y="4637445"/>
              <a:ext cx="960120" cy="457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>
                <a:solidFill>
                  <a:srgbClr val="4DB9C7"/>
                </a:solidFill>
              </a:endParaRPr>
            </a:p>
          </p:txBody>
        </p:sp>
      </p:grpSp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802DE2BE-DD27-8F48-5363-6C56AFD3B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7" y="525782"/>
            <a:ext cx="109696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22C5C13D-A764-5415-1EA1-F8F45D727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948" y="1939924"/>
            <a:ext cx="10969451" cy="439229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2pPr>
            <a:lvl3pPr marL="9144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3pPr>
            <a:lvl4pPr marL="13716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32D684-1EAB-510F-9D91-F00D0B49DB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7061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C021AC-DF47-D541-C267-E47CAFC83E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3673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6FB776-2DBB-F6AC-0AA1-6368BA803F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8C232D8-62AD-175C-77B5-0C8D5DFD3970}"/>
              </a:ext>
            </a:extLst>
          </p:cNvPr>
          <p:cNvSpPr/>
          <p:nvPr userDrawn="1"/>
        </p:nvSpPr>
        <p:spPr>
          <a:xfrm>
            <a:off x="11205696" y="6374096"/>
            <a:ext cx="485702" cy="490399"/>
          </a:xfrm>
          <a:custGeom>
            <a:avLst/>
            <a:gdLst>
              <a:gd name="connsiteX0" fmla="*/ 831964 w 1880411"/>
              <a:gd name="connsiteY0" fmla="*/ 1 h 1898594"/>
              <a:gd name="connsiteX1" fmla="*/ 1624530 w 1880411"/>
              <a:gd name="connsiteY1" fmla="*/ 228196 h 1898594"/>
              <a:gd name="connsiteX2" fmla="*/ 1527767 w 1880411"/>
              <a:gd name="connsiteY2" fmla="*/ 1893513 h 1898594"/>
              <a:gd name="connsiteX3" fmla="*/ 70 w 1880411"/>
              <a:gd name="connsiteY3" fmla="*/ 463167 h 1898594"/>
              <a:gd name="connsiteX4" fmla="*/ 831964 w 1880411"/>
              <a:gd name="connsiteY4" fmla="*/ 1 h 189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0411" h="1898594">
                <a:moveTo>
                  <a:pt x="831964" y="1"/>
                </a:moveTo>
                <a:cubicBezTo>
                  <a:pt x="1159479" y="-120"/>
                  <a:pt x="1489430" y="83433"/>
                  <a:pt x="1624530" y="228196"/>
                </a:cubicBezTo>
                <a:cubicBezTo>
                  <a:pt x="1933330" y="559082"/>
                  <a:pt x="2030335" y="1811248"/>
                  <a:pt x="1527767" y="1893513"/>
                </a:cubicBezTo>
                <a:cubicBezTo>
                  <a:pt x="1025200" y="1975779"/>
                  <a:pt x="11204" y="1040120"/>
                  <a:pt x="70" y="463167"/>
                </a:cubicBezTo>
                <a:cubicBezTo>
                  <a:pt x="-6193" y="138631"/>
                  <a:pt x="410873" y="157"/>
                  <a:pt x="831964" y="1"/>
                </a:cubicBezTo>
                <a:close/>
              </a:path>
            </a:pathLst>
          </a:custGeom>
          <a:noFill/>
          <a:ln w="158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4786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F42C1D6-6ED2-99CE-CBF1-ACAFE95AF2B5}"/>
              </a:ext>
            </a:extLst>
          </p:cNvPr>
          <p:cNvGrpSpPr/>
          <p:nvPr userDrawn="1"/>
        </p:nvGrpSpPr>
        <p:grpSpPr>
          <a:xfrm>
            <a:off x="7091625" y="747051"/>
            <a:ext cx="4895271" cy="5363897"/>
            <a:chOff x="6922079" y="525782"/>
            <a:chExt cx="4895271" cy="5363897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7E057747-5611-6932-3CE5-4FD2FD60AEC3}"/>
                </a:ext>
              </a:extLst>
            </p:cNvPr>
            <p:cNvSpPr/>
            <p:nvPr userDrawn="1"/>
          </p:nvSpPr>
          <p:spPr>
            <a:xfrm>
              <a:off x="9283451" y="2104114"/>
              <a:ext cx="2533899" cy="2273885"/>
            </a:xfrm>
            <a:custGeom>
              <a:avLst/>
              <a:gdLst>
                <a:gd name="connsiteX0" fmla="*/ 1234735 w 2354071"/>
                <a:gd name="connsiteY0" fmla="*/ 614 h 2273886"/>
                <a:gd name="connsiteX1" fmla="*/ 2282741 w 2354071"/>
                <a:gd name="connsiteY1" fmla="*/ 333960 h 2273886"/>
                <a:gd name="connsiteX2" fmla="*/ 1552501 w 2354071"/>
                <a:gd name="connsiteY2" fmla="*/ 2246018 h 2273886"/>
                <a:gd name="connsiteX3" fmla="*/ 73179 w 2354071"/>
                <a:gd name="connsiteY3" fmla="*/ 789465 h 2273886"/>
                <a:gd name="connsiteX4" fmla="*/ 1234735 w 2354071"/>
                <a:gd name="connsiteY4" fmla="*/ 614 h 227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4071" h="2273886">
                  <a:moveTo>
                    <a:pt x="1234735" y="614"/>
                  </a:moveTo>
                  <a:cubicBezTo>
                    <a:pt x="1706563" y="13081"/>
                    <a:pt x="2159465" y="212581"/>
                    <a:pt x="2282741" y="333960"/>
                  </a:cubicBezTo>
                  <a:cubicBezTo>
                    <a:pt x="2529295" y="576719"/>
                    <a:pt x="2100380" y="2110538"/>
                    <a:pt x="1552501" y="2246018"/>
                  </a:cubicBezTo>
                  <a:cubicBezTo>
                    <a:pt x="1004623" y="2381498"/>
                    <a:pt x="-324776" y="2042968"/>
                    <a:pt x="73179" y="789465"/>
                  </a:cubicBezTo>
                  <a:cubicBezTo>
                    <a:pt x="272156" y="162713"/>
                    <a:pt x="762908" y="-11852"/>
                    <a:pt x="1234735" y="61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en-US" dirty="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EDDC4E2-E327-DF8D-B24F-B7B26FD6422D}"/>
                </a:ext>
              </a:extLst>
            </p:cNvPr>
            <p:cNvSpPr/>
            <p:nvPr userDrawn="1"/>
          </p:nvSpPr>
          <p:spPr>
            <a:xfrm>
              <a:off x="6922079" y="525782"/>
              <a:ext cx="4276359" cy="3852217"/>
            </a:xfrm>
            <a:custGeom>
              <a:avLst/>
              <a:gdLst>
                <a:gd name="connsiteX0" fmla="*/ 2095480 w 4115992"/>
                <a:gd name="connsiteY0" fmla="*/ 1594 h 3687882"/>
                <a:gd name="connsiteX1" fmla="*/ 3212545 w 4115992"/>
                <a:gd name="connsiteY1" fmla="*/ 237897 h 3687882"/>
                <a:gd name="connsiteX2" fmla="*/ 3613312 w 4115992"/>
                <a:gd name="connsiteY2" fmla="*/ 3637982 h 3687882"/>
                <a:gd name="connsiteX3" fmla="*/ 13818 w 4115992"/>
                <a:gd name="connsiteY3" fmla="*/ 1294433 h 3687882"/>
                <a:gd name="connsiteX4" fmla="*/ 2095480 w 4115992"/>
                <a:gd name="connsiteY4" fmla="*/ 1594 h 3687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15992" h="3687882">
                  <a:moveTo>
                    <a:pt x="2095480" y="1594"/>
                  </a:moveTo>
                  <a:cubicBezTo>
                    <a:pt x="2558738" y="-12214"/>
                    <a:pt x="2980502" y="63487"/>
                    <a:pt x="3212545" y="237897"/>
                  </a:cubicBezTo>
                  <a:cubicBezTo>
                    <a:pt x="3955083" y="796011"/>
                    <a:pt x="4599491" y="3291774"/>
                    <a:pt x="3613312" y="3637982"/>
                  </a:cubicBezTo>
                  <a:cubicBezTo>
                    <a:pt x="2627132" y="3984191"/>
                    <a:pt x="242913" y="2456409"/>
                    <a:pt x="13818" y="1294433"/>
                  </a:cubicBezTo>
                  <a:cubicBezTo>
                    <a:pt x="-143685" y="495575"/>
                    <a:pt x="1076313" y="31973"/>
                    <a:pt x="2095480" y="159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en-US" dirty="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5242197-913E-10E9-AFBF-B100917846CB}"/>
                </a:ext>
              </a:extLst>
            </p:cNvPr>
            <p:cNvSpPr/>
            <p:nvPr userDrawn="1"/>
          </p:nvSpPr>
          <p:spPr>
            <a:xfrm rot="5400000">
              <a:off x="7121533" y="4000177"/>
              <a:ext cx="1880411" cy="1898594"/>
            </a:xfrm>
            <a:custGeom>
              <a:avLst/>
              <a:gdLst>
                <a:gd name="connsiteX0" fmla="*/ 831964 w 1880411"/>
                <a:gd name="connsiteY0" fmla="*/ 1 h 1898594"/>
                <a:gd name="connsiteX1" fmla="*/ 1624530 w 1880411"/>
                <a:gd name="connsiteY1" fmla="*/ 228196 h 1898594"/>
                <a:gd name="connsiteX2" fmla="*/ 1527767 w 1880411"/>
                <a:gd name="connsiteY2" fmla="*/ 1893513 h 1898594"/>
                <a:gd name="connsiteX3" fmla="*/ 70 w 1880411"/>
                <a:gd name="connsiteY3" fmla="*/ 463167 h 1898594"/>
                <a:gd name="connsiteX4" fmla="*/ 831964 w 1880411"/>
                <a:gd name="connsiteY4" fmla="*/ 1 h 1898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0411" h="1898594">
                  <a:moveTo>
                    <a:pt x="831964" y="1"/>
                  </a:moveTo>
                  <a:cubicBezTo>
                    <a:pt x="1159479" y="-120"/>
                    <a:pt x="1489430" y="83433"/>
                    <a:pt x="1624530" y="228196"/>
                  </a:cubicBezTo>
                  <a:cubicBezTo>
                    <a:pt x="1933330" y="559082"/>
                    <a:pt x="2030335" y="1811248"/>
                    <a:pt x="1527767" y="1893513"/>
                  </a:cubicBezTo>
                  <a:cubicBezTo>
                    <a:pt x="1025200" y="1975779"/>
                    <a:pt x="11204" y="1040120"/>
                    <a:pt x="70" y="463167"/>
                  </a:cubicBezTo>
                  <a:cubicBezTo>
                    <a:pt x="-6193" y="138631"/>
                    <a:pt x="410873" y="157"/>
                    <a:pt x="831964" y="1"/>
                  </a:cubicBezTo>
                  <a:close/>
                </a:path>
              </a:pathLst>
            </a:custGeom>
            <a:noFill/>
            <a:ln w="412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en-US" dirty="0"/>
            </a:p>
          </p:txBody>
        </p:sp>
      </p:grpSp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8AF9BFF5-E1CC-0B51-0523-BCC4079E1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6" y="525782"/>
            <a:ext cx="641383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02C72909-8DD4-B6A9-12D8-DD3DBE9C0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948" y="1939923"/>
            <a:ext cx="6396623" cy="4400551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2pPr>
            <a:lvl3pPr marL="9144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3pPr>
            <a:lvl4pPr marL="13716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ED227712-4157-B7CC-6341-65AC9109A4D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1625" y="1281481"/>
            <a:ext cx="4356798" cy="4361688"/>
          </a:xfrm>
          <a:prstGeom prst="ellipse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4B00D5-D81A-0838-578E-A6087B4793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7061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81928C-4BFF-04FE-FCE5-A081CAAC92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3673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11EDF0-8434-6134-10A2-9BA2BD887D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21E5233-C100-6EB5-1D2A-FF95F4FF6207}"/>
              </a:ext>
            </a:extLst>
          </p:cNvPr>
          <p:cNvSpPr/>
          <p:nvPr userDrawn="1"/>
        </p:nvSpPr>
        <p:spPr>
          <a:xfrm>
            <a:off x="11205696" y="6374096"/>
            <a:ext cx="485702" cy="490399"/>
          </a:xfrm>
          <a:custGeom>
            <a:avLst/>
            <a:gdLst>
              <a:gd name="connsiteX0" fmla="*/ 831964 w 1880411"/>
              <a:gd name="connsiteY0" fmla="*/ 1 h 1898594"/>
              <a:gd name="connsiteX1" fmla="*/ 1624530 w 1880411"/>
              <a:gd name="connsiteY1" fmla="*/ 228196 h 1898594"/>
              <a:gd name="connsiteX2" fmla="*/ 1527767 w 1880411"/>
              <a:gd name="connsiteY2" fmla="*/ 1893513 h 1898594"/>
              <a:gd name="connsiteX3" fmla="*/ 70 w 1880411"/>
              <a:gd name="connsiteY3" fmla="*/ 463167 h 1898594"/>
              <a:gd name="connsiteX4" fmla="*/ 831964 w 1880411"/>
              <a:gd name="connsiteY4" fmla="*/ 1 h 189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0411" h="1898594">
                <a:moveTo>
                  <a:pt x="831964" y="1"/>
                </a:moveTo>
                <a:cubicBezTo>
                  <a:pt x="1159479" y="-120"/>
                  <a:pt x="1489430" y="83433"/>
                  <a:pt x="1624530" y="228196"/>
                </a:cubicBezTo>
                <a:cubicBezTo>
                  <a:pt x="1933330" y="559082"/>
                  <a:pt x="2030335" y="1811248"/>
                  <a:pt x="1527767" y="1893513"/>
                </a:cubicBezTo>
                <a:cubicBezTo>
                  <a:pt x="1025200" y="1975779"/>
                  <a:pt x="11204" y="1040120"/>
                  <a:pt x="70" y="463167"/>
                </a:cubicBezTo>
                <a:cubicBezTo>
                  <a:pt x="-6193" y="138631"/>
                  <a:pt x="410873" y="157"/>
                  <a:pt x="831964" y="1"/>
                </a:cubicBezTo>
                <a:close/>
              </a:path>
            </a:pathLst>
          </a:custGeom>
          <a:noFill/>
          <a:ln w="158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6141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E4229-FDA3-419F-948E-EC3B542AE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76809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5E140-8BC8-449A-8EB6-5236A4689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D5C2E-AF49-4B3E-833F-5946220A398E}" type="datetime1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3E766-E3A6-4451-8208-02143C37E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Designed by PoweredTemplate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041C4-DDAB-4C12-865A-AD93CBA2A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94920-2F4F-4D88-AD0A-053AE5A679D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455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78E521-62AB-88F5-654A-026EBED27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7" y="525782"/>
            <a:ext cx="109696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7E2F2-56F5-188A-BC96-0E8873B1F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777" y="1948564"/>
            <a:ext cx="10969623" cy="4383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AF089D-7503-1B65-5C32-A0CF3127D3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7061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100DAA-43EF-EFF4-2886-82477DB5C2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3673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C52BBA-C88D-512A-F138-9FDE07E678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001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0" r:id="rId4"/>
    <p:sldLayoutId id="2147483661" r:id="rId5"/>
    <p:sldLayoutId id="2147483662" r:id="rId6"/>
    <p:sldLayoutId id="2147483652" r:id="rId7"/>
    <p:sldLayoutId id="2147483664" r:id="rId8"/>
    <p:sldLayoutId id="2147483665" r:id="rId9"/>
    <p:sldLayoutId id="2147483663" r:id="rId10"/>
    <p:sldLayoutId id="2147483667" r:id="rId11"/>
    <p:sldLayoutId id="2147483666" r:id="rId12"/>
    <p:sldLayoutId id="2147483654" r:id="rId13"/>
    <p:sldLayoutId id="2147483653" r:id="rId14"/>
    <p:sldLayoutId id="2147483655" r:id="rId15"/>
    <p:sldLayoutId id="2147483668" r:id="rId16"/>
    <p:sldLayoutId id="2147483669" r:id="rId17"/>
    <p:sldLayoutId id="2147483670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28" userDrawn="1">
          <p15:clr>
            <a:srgbClr val="F26B43"/>
          </p15:clr>
        </p15:guide>
        <p15:guide id="3" pos="3840" userDrawn="1">
          <p15:clr>
            <a:srgbClr val="F26B43"/>
          </p15:clr>
        </p15:guide>
        <p15:guide id="4" pos="7444" userDrawn="1">
          <p15:clr>
            <a:srgbClr val="F26B43"/>
          </p15:clr>
        </p15:guide>
        <p15:guide id="5" orient="horz" pos="228" userDrawn="1">
          <p15:clr>
            <a:srgbClr val="F26B43"/>
          </p15:clr>
        </p15:guide>
        <p15:guide id="6" orient="horz" pos="1165" userDrawn="1">
          <p15:clr>
            <a:srgbClr val="F26B43"/>
          </p15:clr>
        </p15:guide>
        <p15:guide id="7" orient="horz" pos="1222" userDrawn="1">
          <p15:clr>
            <a:srgbClr val="F26B43"/>
          </p15:clr>
        </p15:guide>
        <p15:guide id="9" orient="horz" pos="3994" userDrawn="1">
          <p15:clr>
            <a:srgbClr val="F26B43"/>
          </p15:clr>
        </p15:guide>
        <p15:guide id="10" orient="horz" pos="4235" userDrawn="1">
          <p15:clr>
            <a:srgbClr val="F26B43"/>
          </p15:clr>
        </p15:guide>
        <p15:guide id="11" pos="386" userDrawn="1">
          <p15:clr>
            <a:srgbClr val="F26B43"/>
          </p15:clr>
        </p15:guide>
        <p15:guide id="12" pos="7296" userDrawn="1">
          <p15:clr>
            <a:srgbClr val="F26B43"/>
          </p15:clr>
        </p15:guide>
        <p15:guide id="13" orient="horz" pos="323" userDrawn="1">
          <p15:clr>
            <a:srgbClr val="F26B43"/>
          </p15:clr>
        </p15:guide>
        <p15:guide id="14" orient="horz" pos="389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80B6A1A-1AEE-B857-5875-0D868FA0B4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Conception et développement de RAM Dumper, outil d’extraction contrôlée du contenu de la mémoire vive sous NetBSD</a:t>
            </a:r>
            <a:endParaRPr lang="en-US" sz="2800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3F3EEE24-5A61-55ED-0246-650AC2ABCF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9245" y="5034549"/>
            <a:ext cx="6163155" cy="397371"/>
          </a:xfrm>
        </p:spPr>
        <p:txBody>
          <a:bodyPr/>
          <a:lstStyle/>
          <a:p>
            <a:r>
              <a:rPr lang="en-US" dirty="0"/>
              <a:t>SOUS LA SUPERVISION DE M. NGUIMBUS</a:t>
            </a:r>
          </a:p>
        </p:txBody>
      </p:sp>
      <p:pic>
        <p:nvPicPr>
          <p:cNvPr id="7" name="Espace réservé pour une image  6">
            <a:extLst>
              <a:ext uri="{FF2B5EF4-FFF2-40B4-BE49-F238E27FC236}">
                <a16:creationId xmlns:a16="http://schemas.microsoft.com/office/drawing/2014/main" id="{FC8618AB-000B-493D-B94F-EB0F980397D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10795" b="10795"/>
          <a:stretch>
            <a:fillRect/>
          </a:stretch>
        </p:blipFill>
        <p:spPr>
          <a:xfrm>
            <a:off x="1875934" y="1150071"/>
            <a:ext cx="3054285" cy="2808910"/>
          </a:xfrm>
        </p:spPr>
      </p:pic>
      <p:sp>
        <p:nvSpPr>
          <p:cNvPr id="11" name="Subtitle 8">
            <a:extLst>
              <a:ext uri="{FF2B5EF4-FFF2-40B4-BE49-F238E27FC236}">
                <a16:creationId xmlns:a16="http://schemas.microsoft.com/office/drawing/2014/main" id="{B71D566B-3D1B-45BC-B009-FD214C019236}"/>
              </a:ext>
            </a:extLst>
          </p:cNvPr>
          <p:cNvSpPr txBox="1">
            <a:spLocks/>
          </p:cNvSpPr>
          <p:nvPr/>
        </p:nvSpPr>
        <p:spPr>
          <a:xfrm>
            <a:off x="4315262" y="6291499"/>
            <a:ext cx="4867649" cy="3973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00" dirty="0">
                <a:effectLst/>
                <a:latin typeface="Arial MT"/>
                <a:ea typeface="Arial" panose="020B0604020202020204" pitchFamily="34" charset="0"/>
                <a:cs typeface="Arial" panose="020B0604020202020204" pitchFamily="34" charset="0"/>
              </a:rPr>
              <a:t>Filière</a:t>
            </a:r>
            <a:r>
              <a:rPr lang="fr-FR" sz="1800" spc="-25" dirty="0">
                <a:effectLst/>
                <a:latin typeface="Arial MT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800" dirty="0">
                <a:effectLst/>
                <a:latin typeface="Arial MT"/>
                <a:ea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fr-FR" sz="1800" spc="-25" dirty="0">
                <a:effectLst/>
                <a:latin typeface="Arial MT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Système</a:t>
            </a:r>
            <a:r>
              <a:rPr lang="fr-FR" sz="1800" spc="-3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fr-FR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</a:t>
            </a:r>
            <a:r>
              <a:rPr lang="fr-FR" sz="1800" spc="-5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fr-FR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Sécurité</a:t>
            </a:r>
            <a:r>
              <a:rPr lang="fr-FR" sz="1800" spc="-35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fr-FR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Informatique </a:t>
            </a:r>
            <a:endParaRPr lang="en-US" dirty="0"/>
          </a:p>
        </p:txBody>
      </p:sp>
      <p:sp>
        <p:nvSpPr>
          <p:cNvPr id="13" name="Subtitle 8">
            <a:extLst>
              <a:ext uri="{FF2B5EF4-FFF2-40B4-BE49-F238E27FC236}">
                <a16:creationId xmlns:a16="http://schemas.microsoft.com/office/drawing/2014/main" id="{A4A58BFB-E794-474C-A2AD-1FED3A1404F0}"/>
              </a:ext>
            </a:extLst>
          </p:cNvPr>
          <p:cNvSpPr txBox="1">
            <a:spLocks/>
          </p:cNvSpPr>
          <p:nvPr/>
        </p:nvSpPr>
        <p:spPr>
          <a:xfrm>
            <a:off x="9458062" y="5549549"/>
            <a:ext cx="2604236" cy="11393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REALISE PAR 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TEMGOUA LIONNEL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SIMO SOH  Yannick Dylan</a:t>
            </a:r>
          </a:p>
          <a:p>
            <a:endParaRPr lang="en-US" dirty="0"/>
          </a:p>
        </p:txBody>
      </p:sp>
      <p:sp>
        <p:nvSpPr>
          <p:cNvPr id="14" name="Freeform: Shape 32">
            <a:extLst>
              <a:ext uri="{FF2B5EF4-FFF2-40B4-BE49-F238E27FC236}">
                <a16:creationId xmlns:a16="http://schemas.microsoft.com/office/drawing/2014/main" id="{DACEDEE5-4967-4E3C-827C-B0D41E2B9A47}"/>
              </a:ext>
            </a:extLst>
          </p:cNvPr>
          <p:cNvSpPr/>
          <p:nvPr/>
        </p:nvSpPr>
        <p:spPr>
          <a:xfrm>
            <a:off x="1762084" y="848230"/>
            <a:ext cx="3168135" cy="3214299"/>
          </a:xfrm>
          <a:custGeom>
            <a:avLst/>
            <a:gdLst>
              <a:gd name="connsiteX0" fmla="*/ 1413293 w 2826586"/>
              <a:gd name="connsiteY0" fmla="*/ 0 h 2826586"/>
              <a:gd name="connsiteX1" fmla="*/ 2826586 w 2826586"/>
              <a:gd name="connsiteY1" fmla="*/ 1413293 h 2826586"/>
              <a:gd name="connsiteX2" fmla="*/ 1413293 w 2826586"/>
              <a:gd name="connsiteY2" fmla="*/ 2826586 h 2826586"/>
              <a:gd name="connsiteX3" fmla="*/ 0 w 2826586"/>
              <a:gd name="connsiteY3" fmla="*/ 1413293 h 2826586"/>
              <a:gd name="connsiteX4" fmla="*/ 1413293 w 2826586"/>
              <a:gd name="connsiteY4" fmla="*/ 0 h 2826586"/>
              <a:gd name="connsiteX5" fmla="*/ 1413293 w 2826586"/>
              <a:gd name="connsiteY5" fmla="*/ 271644 h 2826586"/>
              <a:gd name="connsiteX6" fmla="*/ 271644 w 2826586"/>
              <a:gd name="connsiteY6" fmla="*/ 1413293 h 2826586"/>
              <a:gd name="connsiteX7" fmla="*/ 1413293 w 2826586"/>
              <a:gd name="connsiteY7" fmla="*/ 2554942 h 2826586"/>
              <a:gd name="connsiteX8" fmla="*/ 2554942 w 2826586"/>
              <a:gd name="connsiteY8" fmla="*/ 1413293 h 2826586"/>
              <a:gd name="connsiteX9" fmla="*/ 1413293 w 2826586"/>
              <a:gd name="connsiteY9" fmla="*/ 271644 h 2826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26586" h="2826586">
                <a:moveTo>
                  <a:pt x="1413293" y="0"/>
                </a:moveTo>
                <a:cubicBezTo>
                  <a:pt x="2193833" y="0"/>
                  <a:pt x="2826586" y="632753"/>
                  <a:pt x="2826586" y="1413293"/>
                </a:cubicBezTo>
                <a:cubicBezTo>
                  <a:pt x="2826586" y="2193833"/>
                  <a:pt x="2193833" y="2826586"/>
                  <a:pt x="1413293" y="2826586"/>
                </a:cubicBezTo>
                <a:cubicBezTo>
                  <a:pt x="632753" y="2826586"/>
                  <a:pt x="0" y="2193833"/>
                  <a:pt x="0" y="1413293"/>
                </a:cubicBezTo>
                <a:cubicBezTo>
                  <a:pt x="0" y="632753"/>
                  <a:pt x="632753" y="0"/>
                  <a:pt x="1413293" y="0"/>
                </a:cubicBezTo>
                <a:close/>
                <a:moveTo>
                  <a:pt x="1413293" y="271644"/>
                </a:moveTo>
                <a:cubicBezTo>
                  <a:pt x="782778" y="271644"/>
                  <a:pt x="271644" y="782778"/>
                  <a:pt x="271644" y="1413293"/>
                </a:cubicBezTo>
                <a:cubicBezTo>
                  <a:pt x="271644" y="2043808"/>
                  <a:pt x="782778" y="2554942"/>
                  <a:pt x="1413293" y="2554942"/>
                </a:cubicBezTo>
                <a:cubicBezTo>
                  <a:pt x="2043808" y="2554942"/>
                  <a:pt x="2554942" y="2043808"/>
                  <a:pt x="2554942" y="1413293"/>
                </a:cubicBezTo>
                <a:cubicBezTo>
                  <a:pt x="2554942" y="782778"/>
                  <a:pt x="2043808" y="271644"/>
                  <a:pt x="1413293" y="271644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6200000" scaled="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32">
            <a:extLst>
              <a:ext uri="{FF2B5EF4-FFF2-40B4-BE49-F238E27FC236}">
                <a16:creationId xmlns:a16="http://schemas.microsoft.com/office/drawing/2014/main" id="{D0FF9D39-47DB-4F1C-82A7-6472F35D81EE}"/>
              </a:ext>
            </a:extLst>
          </p:cNvPr>
          <p:cNvSpPr/>
          <p:nvPr/>
        </p:nvSpPr>
        <p:spPr>
          <a:xfrm>
            <a:off x="6994186" y="530984"/>
            <a:ext cx="4273583" cy="2826586"/>
          </a:xfrm>
          <a:custGeom>
            <a:avLst/>
            <a:gdLst>
              <a:gd name="connsiteX0" fmla="*/ 1413293 w 2826586"/>
              <a:gd name="connsiteY0" fmla="*/ 0 h 2826586"/>
              <a:gd name="connsiteX1" fmla="*/ 2826586 w 2826586"/>
              <a:gd name="connsiteY1" fmla="*/ 1413293 h 2826586"/>
              <a:gd name="connsiteX2" fmla="*/ 1413293 w 2826586"/>
              <a:gd name="connsiteY2" fmla="*/ 2826586 h 2826586"/>
              <a:gd name="connsiteX3" fmla="*/ 0 w 2826586"/>
              <a:gd name="connsiteY3" fmla="*/ 1413293 h 2826586"/>
              <a:gd name="connsiteX4" fmla="*/ 1413293 w 2826586"/>
              <a:gd name="connsiteY4" fmla="*/ 0 h 2826586"/>
              <a:gd name="connsiteX5" fmla="*/ 1413293 w 2826586"/>
              <a:gd name="connsiteY5" fmla="*/ 271644 h 2826586"/>
              <a:gd name="connsiteX6" fmla="*/ 271644 w 2826586"/>
              <a:gd name="connsiteY6" fmla="*/ 1413293 h 2826586"/>
              <a:gd name="connsiteX7" fmla="*/ 1413293 w 2826586"/>
              <a:gd name="connsiteY7" fmla="*/ 2554942 h 2826586"/>
              <a:gd name="connsiteX8" fmla="*/ 2554942 w 2826586"/>
              <a:gd name="connsiteY8" fmla="*/ 1413293 h 2826586"/>
              <a:gd name="connsiteX9" fmla="*/ 1413293 w 2826586"/>
              <a:gd name="connsiteY9" fmla="*/ 271644 h 2826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26586" h="2826586">
                <a:moveTo>
                  <a:pt x="1413293" y="0"/>
                </a:moveTo>
                <a:cubicBezTo>
                  <a:pt x="2193833" y="0"/>
                  <a:pt x="2826586" y="632753"/>
                  <a:pt x="2826586" y="1413293"/>
                </a:cubicBezTo>
                <a:cubicBezTo>
                  <a:pt x="2826586" y="2193833"/>
                  <a:pt x="2193833" y="2826586"/>
                  <a:pt x="1413293" y="2826586"/>
                </a:cubicBezTo>
                <a:cubicBezTo>
                  <a:pt x="632753" y="2826586"/>
                  <a:pt x="0" y="2193833"/>
                  <a:pt x="0" y="1413293"/>
                </a:cubicBezTo>
                <a:cubicBezTo>
                  <a:pt x="0" y="632753"/>
                  <a:pt x="632753" y="0"/>
                  <a:pt x="1413293" y="0"/>
                </a:cubicBezTo>
                <a:close/>
                <a:moveTo>
                  <a:pt x="1413293" y="271644"/>
                </a:moveTo>
                <a:cubicBezTo>
                  <a:pt x="782778" y="271644"/>
                  <a:pt x="271644" y="782778"/>
                  <a:pt x="271644" y="1413293"/>
                </a:cubicBezTo>
                <a:cubicBezTo>
                  <a:pt x="271644" y="2043808"/>
                  <a:pt x="782778" y="2554942"/>
                  <a:pt x="1413293" y="2554942"/>
                </a:cubicBezTo>
                <a:cubicBezTo>
                  <a:pt x="2043808" y="2554942"/>
                  <a:pt x="2554942" y="2043808"/>
                  <a:pt x="2554942" y="1413293"/>
                </a:cubicBezTo>
                <a:cubicBezTo>
                  <a:pt x="2554942" y="782778"/>
                  <a:pt x="2043808" y="271644"/>
                  <a:pt x="1413293" y="271644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6200000" scaled="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Oval 36">
            <a:extLst>
              <a:ext uri="{FF2B5EF4-FFF2-40B4-BE49-F238E27FC236}">
                <a16:creationId xmlns:a16="http://schemas.microsoft.com/office/drawing/2014/main" id="{A5E9B373-68D4-44CA-9DC0-C30B001DDC39}"/>
              </a:ext>
            </a:extLst>
          </p:cNvPr>
          <p:cNvSpPr/>
          <p:nvPr/>
        </p:nvSpPr>
        <p:spPr>
          <a:xfrm>
            <a:off x="7383293" y="848230"/>
            <a:ext cx="3563235" cy="2192094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+mj-lt"/>
              </a:rPr>
              <a:t>SYSTEME D’EXPLOITATION </a:t>
            </a:r>
            <a:endParaRPr lang="fr-CM" sz="2400" b="1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42525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41">
            <a:extLst>
              <a:ext uri="{FF2B5EF4-FFF2-40B4-BE49-F238E27FC236}">
                <a16:creationId xmlns:a16="http://schemas.microsoft.com/office/drawing/2014/main" id="{E834D0CD-6488-EC9F-0924-C8910117B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CAHIER D’ANALYSE ET DE SPECIFICATIONS DE RAM DUMPER SOUS NEBSD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A1282C-63BF-CA27-5FD2-3EA4DE6A1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0D8D538-5D9C-0901-1C9F-4A298983140B}"/>
              </a:ext>
            </a:extLst>
          </p:cNvPr>
          <p:cNvGrpSpPr/>
          <p:nvPr/>
        </p:nvGrpSpPr>
        <p:grpSpPr>
          <a:xfrm>
            <a:off x="1584661" y="1298564"/>
            <a:ext cx="9699424" cy="4122364"/>
            <a:chOff x="1584661" y="1117786"/>
            <a:chExt cx="8571881" cy="4122364"/>
          </a:xfrm>
        </p:grpSpPr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F39F21DC-9236-8202-425E-2CBF671EEE18}"/>
                </a:ext>
              </a:extLst>
            </p:cNvPr>
            <p:cNvCxnSpPr>
              <a:cxnSpLocks/>
              <a:stCxn id="54" idx="6"/>
              <a:endCxn id="9" idx="1"/>
            </p:cNvCxnSpPr>
            <p:nvPr/>
          </p:nvCxnSpPr>
          <p:spPr>
            <a:xfrm flipV="1">
              <a:off x="4575014" y="1367819"/>
              <a:ext cx="2264473" cy="518124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D7726333-E7F6-9E49-80D7-DF8D321AB6E5}"/>
                </a:ext>
              </a:extLst>
            </p:cNvPr>
            <p:cNvCxnSpPr>
              <a:cxnSpLocks/>
              <a:stCxn id="52" idx="6"/>
              <a:endCxn id="69" idx="1"/>
            </p:cNvCxnSpPr>
            <p:nvPr/>
          </p:nvCxnSpPr>
          <p:spPr>
            <a:xfrm flipV="1">
              <a:off x="4983036" y="2064273"/>
              <a:ext cx="1855490" cy="242594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08177A78-3D26-0357-7588-572473C2314C}"/>
                </a:ext>
              </a:extLst>
            </p:cNvPr>
            <p:cNvCxnSpPr>
              <a:cxnSpLocks/>
              <a:stCxn id="49" idx="6"/>
              <a:endCxn id="72" idx="1"/>
            </p:cNvCxnSpPr>
            <p:nvPr/>
          </p:nvCxnSpPr>
          <p:spPr>
            <a:xfrm flipV="1">
              <a:off x="5236960" y="2760727"/>
              <a:ext cx="1601726" cy="104535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9A0253CB-2DA6-A060-F5C4-FC68B97E1A04}"/>
                </a:ext>
              </a:extLst>
            </p:cNvPr>
            <p:cNvCxnSpPr>
              <a:cxnSpLocks/>
              <a:stCxn id="48" idx="6"/>
              <a:endCxn id="57" idx="1"/>
            </p:cNvCxnSpPr>
            <p:nvPr/>
          </p:nvCxnSpPr>
          <p:spPr>
            <a:xfrm>
              <a:off x="5338250" y="3456413"/>
              <a:ext cx="1500596" cy="769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86F260B4-0EE0-59BD-ADD4-5DDF52E1158E}"/>
                </a:ext>
              </a:extLst>
            </p:cNvPr>
            <p:cNvCxnSpPr>
              <a:cxnSpLocks/>
              <a:stCxn id="50" idx="6"/>
              <a:endCxn id="60" idx="1"/>
            </p:cNvCxnSpPr>
            <p:nvPr/>
          </p:nvCxnSpPr>
          <p:spPr>
            <a:xfrm>
              <a:off x="5235466" y="4067753"/>
              <a:ext cx="1603540" cy="85884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D7026E0E-0534-1C14-E917-E16E72DF1B69}"/>
                </a:ext>
              </a:extLst>
            </p:cNvPr>
            <p:cNvGrpSpPr/>
            <p:nvPr/>
          </p:nvGrpSpPr>
          <p:grpSpPr>
            <a:xfrm>
              <a:off x="6839487" y="1117786"/>
              <a:ext cx="3317055" cy="500064"/>
              <a:chOff x="5863829" y="1264443"/>
              <a:chExt cx="3317055" cy="500064"/>
            </a:xfrm>
          </p:grpSpPr>
          <p:sp>
            <p:nvSpPr>
              <p:cNvPr id="8" name="Arrow: Pentagon 7">
                <a:extLst>
                  <a:ext uri="{FF2B5EF4-FFF2-40B4-BE49-F238E27FC236}">
                    <a16:creationId xmlns:a16="http://schemas.microsoft.com/office/drawing/2014/main" id="{51EF571F-CE2D-683A-309D-AF87C30E13B5}"/>
                  </a:ext>
                </a:extLst>
              </p:cNvPr>
              <p:cNvSpPr/>
              <p:nvPr/>
            </p:nvSpPr>
            <p:spPr>
              <a:xfrm>
                <a:off x="6108373" y="1264443"/>
                <a:ext cx="3072511" cy="500062"/>
              </a:xfrm>
              <a:prstGeom prst="homePlate">
                <a:avLst/>
              </a:prstGeom>
              <a:solidFill>
                <a:srgbClr val="4E67C8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74320" rtlCol="0" anchor="ctr"/>
              <a:lstStyle/>
              <a:p>
                <a:r>
                  <a:rPr lang="en-US" sz="1200" dirty="0">
                    <a:solidFill>
                      <a:schemeClr val="tx1"/>
                    </a:solidFill>
                  </a:rPr>
                  <a:t> Introduction   </a:t>
                </a:r>
              </a:p>
            </p:txBody>
          </p:sp>
          <p:sp>
            <p:nvSpPr>
              <p:cNvPr id="9" name="Diamond 8">
                <a:extLst>
                  <a:ext uri="{FF2B5EF4-FFF2-40B4-BE49-F238E27FC236}">
                    <a16:creationId xmlns:a16="http://schemas.microsoft.com/office/drawing/2014/main" id="{F61FA72A-89EE-0CF6-6A3E-76DB25660BAC}"/>
                  </a:ext>
                </a:extLst>
              </p:cNvPr>
              <p:cNvSpPr/>
              <p:nvPr/>
            </p:nvSpPr>
            <p:spPr>
              <a:xfrm>
                <a:off x="5863829" y="1264444"/>
                <a:ext cx="500063" cy="500063"/>
              </a:xfrm>
              <a:prstGeom prst="diamond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01600" dist="508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rtlCol="0" anchor="ctr"/>
              <a:lstStyle/>
              <a:p>
                <a:pPr algn="ctr"/>
                <a:r>
                  <a:rPr lang="en-US" sz="1400" dirty="0"/>
                  <a:t>1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73C7E4D9-ECDC-D5FD-4A41-84C396772BE8}"/>
                </a:ext>
              </a:extLst>
            </p:cNvPr>
            <p:cNvGrpSpPr/>
            <p:nvPr/>
          </p:nvGrpSpPr>
          <p:grpSpPr>
            <a:xfrm>
              <a:off x="2035459" y="2033570"/>
              <a:ext cx="2827546" cy="2826586"/>
              <a:chOff x="1234810" y="2015707"/>
              <a:chExt cx="2827546" cy="2826586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B7235034-0AA0-BB11-35C4-8C48D7CBA044}"/>
                  </a:ext>
                </a:extLst>
              </p:cNvPr>
              <p:cNvGrpSpPr/>
              <p:nvPr/>
            </p:nvGrpSpPr>
            <p:grpSpPr>
              <a:xfrm>
                <a:off x="1234810" y="2015707"/>
                <a:ext cx="2827546" cy="2826586"/>
                <a:chOff x="1234810" y="2015707"/>
                <a:chExt cx="2827546" cy="2826586"/>
              </a:xfrm>
            </p:grpSpPr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2549DF8A-51E0-2E9A-1756-0CAE57CDEE99}"/>
                    </a:ext>
                  </a:extLst>
                </p:cNvPr>
                <p:cNvSpPr/>
                <p:nvPr/>
              </p:nvSpPr>
              <p:spPr>
                <a:xfrm>
                  <a:off x="1234810" y="2015707"/>
                  <a:ext cx="2826586" cy="2826586"/>
                </a:xfrm>
                <a:prstGeom prst="ellipse">
                  <a:avLst/>
                </a:prstGeom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A1339F1B-CC61-ED92-D299-20160148E177}"/>
                    </a:ext>
                  </a:extLst>
                </p:cNvPr>
                <p:cNvSpPr/>
                <p:nvPr/>
              </p:nvSpPr>
              <p:spPr>
                <a:xfrm>
                  <a:off x="1235770" y="2015707"/>
                  <a:ext cx="2826586" cy="2826586"/>
                </a:xfrm>
                <a:custGeom>
                  <a:avLst/>
                  <a:gdLst>
                    <a:gd name="connsiteX0" fmla="*/ 1413293 w 2826586"/>
                    <a:gd name="connsiteY0" fmla="*/ 0 h 2826586"/>
                    <a:gd name="connsiteX1" fmla="*/ 2826586 w 2826586"/>
                    <a:gd name="connsiteY1" fmla="*/ 1413293 h 2826586"/>
                    <a:gd name="connsiteX2" fmla="*/ 1413293 w 2826586"/>
                    <a:gd name="connsiteY2" fmla="*/ 2826586 h 2826586"/>
                    <a:gd name="connsiteX3" fmla="*/ 0 w 2826586"/>
                    <a:gd name="connsiteY3" fmla="*/ 1413293 h 2826586"/>
                    <a:gd name="connsiteX4" fmla="*/ 1413293 w 2826586"/>
                    <a:gd name="connsiteY4" fmla="*/ 0 h 2826586"/>
                    <a:gd name="connsiteX5" fmla="*/ 1413293 w 2826586"/>
                    <a:gd name="connsiteY5" fmla="*/ 271644 h 2826586"/>
                    <a:gd name="connsiteX6" fmla="*/ 271644 w 2826586"/>
                    <a:gd name="connsiteY6" fmla="*/ 1413293 h 2826586"/>
                    <a:gd name="connsiteX7" fmla="*/ 1413293 w 2826586"/>
                    <a:gd name="connsiteY7" fmla="*/ 2554942 h 2826586"/>
                    <a:gd name="connsiteX8" fmla="*/ 2554942 w 2826586"/>
                    <a:gd name="connsiteY8" fmla="*/ 1413293 h 2826586"/>
                    <a:gd name="connsiteX9" fmla="*/ 1413293 w 2826586"/>
                    <a:gd name="connsiteY9" fmla="*/ 271644 h 28265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826586" h="2826586">
                      <a:moveTo>
                        <a:pt x="1413293" y="0"/>
                      </a:moveTo>
                      <a:cubicBezTo>
                        <a:pt x="2193833" y="0"/>
                        <a:pt x="2826586" y="632753"/>
                        <a:pt x="2826586" y="1413293"/>
                      </a:cubicBezTo>
                      <a:cubicBezTo>
                        <a:pt x="2826586" y="2193833"/>
                        <a:pt x="2193833" y="2826586"/>
                        <a:pt x="1413293" y="2826586"/>
                      </a:cubicBezTo>
                      <a:cubicBezTo>
                        <a:pt x="632753" y="2826586"/>
                        <a:pt x="0" y="2193833"/>
                        <a:pt x="0" y="1413293"/>
                      </a:cubicBezTo>
                      <a:cubicBezTo>
                        <a:pt x="0" y="632753"/>
                        <a:pt x="632753" y="0"/>
                        <a:pt x="1413293" y="0"/>
                      </a:cubicBezTo>
                      <a:close/>
                      <a:moveTo>
                        <a:pt x="1413293" y="271644"/>
                      </a:moveTo>
                      <a:cubicBezTo>
                        <a:pt x="782778" y="271644"/>
                        <a:pt x="271644" y="782778"/>
                        <a:pt x="271644" y="1413293"/>
                      </a:cubicBezTo>
                      <a:cubicBezTo>
                        <a:pt x="271644" y="2043808"/>
                        <a:pt x="782778" y="2554942"/>
                        <a:pt x="1413293" y="2554942"/>
                      </a:cubicBezTo>
                      <a:cubicBezTo>
                        <a:pt x="2043808" y="2554942"/>
                        <a:pt x="2554942" y="2043808"/>
                        <a:pt x="2554942" y="1413293"/>
                      </a:cubicBezTo>
                      <a:cubicBezTo>
                        <a:pt x="2554942" y="782778"/>
                        <a:pt x="2043808" y="271644"/>
                        <a:pt x="1413293" y="271644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16200000" scaled="0"/>
                </a:gradFill>
                <a:ln w="762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2986C728-A37E-3667-6549-317527EFBE67}"/>
                  </a:ext>
                </a:extLst>
              </p:cNvPr>
              <p:cNvSpPr/>
              <p:nvPr/>
            </p:nvSpPr>
            <p:spPr>
              <a:xfrm>
                <a:off x="1552536" y="2332953"/>
                <a:ext cx="2192094" cy="2192094"/>
              </a:xfrm>
              <a:prstGeom prst="ellipse">
                <a:avLst/>
              </a:prstGeom>
              <a:gradFill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0"/>
              </a:gradFill>
              <a:ln w="57150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</a:rPr>
                  <a:t>PLAN</a:t>
                </a: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C30D722B-90BB-45F2-980B-9C63BA1E314B}"/>
                </a:ext>
              </a:extLst>
            </p:cNvPr>
            <p:cNvGrpSpPr/>
            <p:nvPr/>
          </p:nvGrpSpPr>
          <p:grpSpPr>
            <a:xfrm>
              <a:off x="1584661" y="1617850"/>
              <a:ext cx="3753589" cy="3622300"/>
              <a:chOff x="784012" y="1663759"/>
              <a:chExt cx="3753589" cy="3622300"/>
            </a:xfrm>
          </p:grpSpPr>
          <p:sp>
            <p:nvSpPr>
              <p:cNvPr id="43" name="Arc 42">
                <a:extLst>
                  <a:ext uri="{FF2B5EF4-FFF2-40B4-BE49-F238E27FC236}">
                    <a16:creationId xmlns:a16="http://schemas.microsoft.com/office/drawing/2014/main" id="{EE1F343E-2E3F-82D1-D5EF-FB4EF892450A}"/>
                  </a:ext>
                </a:extLst>
              </p:cNvPr>
              <p:cNvSpPr/>
              <p:nvPr/>
            </p:nvSpPr>
            <p:spPr>
              <a:xfrm>
                <a:off x="784012" y="1663759"/>
                <a:ext cx="3621024" cy="3622300"/>
              </a:xfrm>
              <a:prstGeom prst="arc">
                <a:avLst>
                  <a:gd name="adj1" fmla="val 17378530"/>
                  <a:gd name="adj2" fmla="val 4347904"/>
                </a:avLst>
              </a:prstGeom>
              <a:noFill/>
              <a:ln w="152400" cap="sq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E91EE07F-CD21-E880-7D07-73561BEA20C3}"/>
                  </a:ext>
                </a:extLst>
              </p:cNvPr>
              <p:cNvSpPr/>
              <p:nvPr/>
            </p:nvSpPr>
            <p:spPr>
              <a:xfrm>
                <a:off x="4263281" y="3365162"/>
                <a:ext cx="274320" cy="274320"/>
              </a:xfrm>
              <a:prstGeom prst="ellipse">
                <a:avLst/>
              </a:prstGeom>
              <a:solidFill>
                <a:schemeClr val="accent4"/>
              </a:solidFill>
              <a:ln w="38100">
                <a:noFill/>
              </a:ln>
              <a:effectLst>
                <a:outerShdw blurRad="101600" dist="508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EE1B749C-6926-51BD-F85A-B5D259B78F54}"/>
                  </a:ext>
                </a:extLst>
              </p:cNvPr>
              <p:cNvSpPr/>
              <p:nvPr/>
            </p:nvSpPr>
            <p:spPr>
              <a:xfrm>
                <a:off x="4161991" y="2774011"/>
                <a:ext cx="274320" cy="274320"/>
              </a:xfrm>
              <a:prstGeom prst="ellipse">
                <a:avLst/>
              </a:prstGeom>
              <a:solidFill>
                <a:schemeClr val="accent3"/>
              </a:solidFill>
              <a:ln w="38100">
                <a:noFill/>
              </a:ln>
              <a:effectLst>
                <a:outerShdw blurRad="101600" dist="508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57B8437-42CC-A15C-1BE1-BCCA4D064A7A}"/>
                  </a:ext>
                </a:extLst>
              </p:cNvPr>
              <p:cNvSpPr/>
              <p:nvPr/>
            </p:nvSpPr>
            <p:spPr>
              <a:xfrm rot="507885">
                <a:off x="4161991" y="3956312"/>
                <a:ext cx="274320" cy="274320"/>
              </a:xfrm>
              <a:prstGeom prst="ellipse">
                <a:avLst/>
              </a:prstGeom>
              <a:solidFill>
                <a:schemeClr val="accent5"/>
              </a:solidFill>
              <a:ln w="38100">
                <a:noFill/>
              </a:ln>
              <a:effectLst>
                <a:outerShdw blurRad="101600" dist="508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03919C5A-0A6A-A3E4-710D-DD7E373D33C9}"/>
                  </a:ext>
                </a:extLst>
              </p:cNvPr>
              <p:cNvSpPr/>
              <p:nvPr/>
            </p:nvSpPr>
            <p:spPr>
              <a:xfrm rot="20894768">
                <a:off x="3910943" y="2243557"/>
                <a:ext cx="274320" cy="274320"/>
              </a:xfrm>
              <a:prstGeom prst="ellipse">
                <a:avLst/>
              </a:prstGeom>
              <a:solidFill>
                <a:schemeClr val="accent2"/>
              </a:solidFill>
              <a:ln w="38100">
                <a:noFill/>
              </a:ln>
              <a:effectLst>
                <a:outerShdw blurRad="101600" dist="508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CD019291-C05A-209B-FAFA-E6DF438F5CAF}"/>
                  </a:ext>
                </a:extLst>
              </p:cNvPr>
              <p:cNvSpPr/>
              <p:nvPr/>
            </p:nvSpPr>
            <p:spPr>
              <a:xfrm rot="20394665">
                <a:off x="3508390" y="1841803"/>
                <a:ext cx="274320" cy="274320"/>
              </a:xfrm>
              <a:prstGeom prst="ellipse">
                <a:avLst/>
              </a:prstGeom>
              <a:ln w="38100">
                <a:noFill/>
              </a:ln>
              <a:effectLst>
                <a:outerShdw blurRad="101600" dist="508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FF9C81C9-DABE-65CE-3773-B27F7F82C76C}"/>
                </a:ext>
              </a:extLst>
            </p:cNvPr>
            <p:cNvGrpSpPr/>
            <p:nvPr/>
          </p:nvGrpSpPr>
          <p:grpSpPr>
            <a:xfrm>
              <a:off x="6838846" y="3207149"/>
              <a:ext cx="3317055" cy="500064"/>
              <a:chOff x="5863829" y="1264443"/>
              <a:chExt cx="3317055" cy="500064"/>
            </a:xfrm>
          </p:grpSpPr>
          <p:sp>
            <p:nvSpPr>
              <p:cNvPr id="51" name="Arrow: Pentagon 50">
                <a:extLst>
                  <a:ext uri="{FF2B5EF4-FFF2-40B4-BE49-F238E27FC236}">
                    <a16:creationId xmlns:a16="http://schemas.microsoft.com/office/drawing/2014/main" id="{09137F93-3103-263B-2A35-F6FC834DF1CA}"/>
                  </a:ext>
                </a:extLst>
              </p:cNvPr>
              <p:cNvSpPr/>
              <p:nvPr/>
            </p:nvSpPr>
            <p:spPr>
              <a:xfrm>
                <a:off x="6108373" y="1264443"/>
                <a:ext cx="3072511" cy="500062"/>
              </a:xfrm>
              <a:prstGeom prst="homePlate">
                <a:avLst/>
              </a:prstGeom>
              <a:solidFill>
                <a:schemeClr val="accent4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74320" rtlCol="0" anchor="ctr"/>
              <a:lstStyle/>
              <a:p>
                <a:r>
                  <a:rPr lang="en-US" sz="1200" dirty="0">
                    <a:solidFill>
                      <a:schemeClr val="tx1"/>
                    </a:solidFill>
                  </a:rPr>
                  <a:t>Diagrammes  </a:t>
                </a:r>
              </a:p>
            </p:txBody>
          </p:sp>
          <p:sp>
            <p:nvSpPr>
              <p:cNvPr id="57" name="Diamond 56">
                <a:extLst>
                  <a:ext uri="{FF2B5EF4-FFF2-40B4-BE49-F238E27FC236}">
                    <a16:creationId xmlns:a16="http://schemas.microsoft.com/office/drawing/2014/main" id="{35525207-3909-7D12-6690-E8A9E83F1486}"/>
                  </a:ext>
                </a:extLst>
              </p:cNvPr>
              <p:cNvSpPr/>
              <p:nvPr/>
            </p:nvSpPr>
            <p:spPr>
              <a:xfrm>
                <a:off x="5863829" y="1264444"/>
                <a:ext cx="500063" cy="500063"/>
              </a:xfrm>
              <a:prstGeom prst="diamond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101600" dist="508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rtlCol="0" anchor="ctr"/>
              <a:lstStyle/>
              <a:p>
                <a:pPr algn="ctr"/>
                <a:r>
                  <a:rPr lang="en-US" sz="1400" dirty="0"/>
                  <a:t>4</a:t>
                </a: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DC1495F4-95E7-2F70-CAEB-FA17FBF3FDE2}"/>
                </a:ext>
              </a:extLst>
            </p:cNvPr>
            <p:cNvGrpSpPr/>
            <p:nvPr/>
          </p:nvGrpSpPr>
          <p:grpSpPr>
            <a:xfrm>
              <a:off x="6839006" y="3903604"/>
              <a:ext cx="3317055" cy="500064"/>
              <a:chOff x="5863829" y="1264443"/>
              <a:chExt cx="3317055" cy="500064"/>
            </a:xfrm>
          </p:grpSpPr>
          <p:sp>
            <p:nvSpPr>
              <p:cNvPr id="59" name="Arrow: Pentagon 58">
                <a:extLst>
                  <a:ext uri="{FF2B5EF4-FFF2-40B4-BE49-F238E27FC236}">
                    <a16:creationId xmlns:a16="http://schemas.microsoft.com/office/drawing/2014/main" id="{9B09552D-242F-4CEC-A3DB-9007EDC2D383}"/>
                  </a:ext>
                </a:extLst>
              </p:cNvPr>
              <p:cNvSpPr/>
              <p:nvPr/>
            </p:nvSpPr>
            <p:spPr>
              <a:xfrm>
                <a:off x="6108373" y="1264443"/>
                <a:ext cx="3072511" cy="500062"/>
              </a:xfrm>
              <a:prstGeom prst="homePlate">
                <a:avLst/>
              </a:prstGeom>
              <a:solidFill>
                <a:schemeClr val="accent5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74320" rtlCol="0" anchor="ctr"/>
              <a:lstStyle/>
              <a:p>
                <a:r>
                  <a:rPr lang="en-US" sz="1200" dirty="0">
                    <a:solidFill>
                      <a:schemeClr val="tx1"/>
                    </a:solidFill>
                  </a:rPr>
                  <a:t>Conclusion</a:t>
                </a:r>
              </a:p>
            </p:txBody>
          </p:sp>
          <p:sp>
            <p:nvSpPr>
              <p:cNvPr id="60" name="Diamond 59">
                <a:extLst>
                  <a:ext uri="{FF2B5EF4-FFF2-40B4-BE49-F238E27FC236}">
                    <a16:creationId xmlns:a16="http://schemas.microsoft.com/office/drawing/2014/main" id="{5F271A28-6CB9-2674-D4F3-9184B84371E0}"/>
                  </a:ext>
                </a:extLst>
              </p:cNvPr>
              <p:cNvSpPr/>
              <p:nvPr/>
            </p:nvSpPr>
            <p:spPr>
              <a:xfrm>
                <a:off x="5863829" y="1264444"/>
                <a:ext cx="500063" cy="500063"/>
              </a:xfrm>
              <a:prstGeom prst="diamond">
                <a:avLst/>
              </a:prstGeom>
              <a:solidFill>
                <a:schemeClr val="accent5"/>
              </a:solidFill>
              <a:ln>
                <a:noFill/>
              </a:ln>
              <a:effectLst>
                <a:outerShdw blurRad="101600" dist="508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rtlCol="0" anchor="ctr"/>
              <a:lstStyle/>
              <a:p>
                <a:pPr algn="ctr"/>
                <a:r>
                  <a:rPr lang="en-US" sz="1400" dirty="0"/>
                  <a:t>5</a:t>
                </a:r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1237B51E-FB28-A84E-35B4-FCB945075705}"/>
                </a:ext>
              </a:extLst>
            </p:cNvPr>
            <p:cNvGrpSpPr/>
            <p:nvPr/>
          </p:nvGrpSpPr>
          <p:grpSpPr>
            <a:xfrm>
              <a:off x="6838526" y="1814240"/>
              <a:ext cx="3317055" cy="500064"/>
              <a:chOff x="5863829" y="1264443"/>
              <a:chExt cx="3317055" cy="500064"/>
            </a:xfrm>
          </p:grpSpPr>
          <p:sp>
            <p:nvSpPr>
              <p:cNvPr id="68" name="Arrow: Pentagon 67">
                <a:extLst>
                  <a:ext uri="{FF2B5EF4-FFF2-40B4-BE49-F238E27FC236}">
                    <a16:creationId xmlns:a16="http://schemas.microsoft.com/office/drawing/2014/main" id="{36076FCB-9888-6A1C-F35E-3245031561CB}"/>
                  </a:ext>
                </a:extLst>
              </p:cNvPr>
              <p:cNvSpPr/>
              <p:nvPr/>
            </p:nvSpPr>
            <p:spPr>
              <a:xfrm>
                <a:off x="6108373" y="1264443"/>
                <a:ext cx="3072511" cy="500062"/>
              </a:xfrm>
              <a:prstGeom prst="homePlate">
                <a:avLst/>
              </a:pr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274320" rtlCol="0" anchor="ctr"/>
              <a:lstStyle/>
              <a:p>
                <a:r>
                  <a:rPr lang="en-US" sz="1200" dirty="0">
                    <a:solidFill>
                      <a:schemeClr val="tx1"/>
                    </a:solidFill>
                  </a:rPr>
                  <a:t>Contexte et périmètre </a:t>
                </a:r>
              </a:p>
            </p:txBody>
          </p:sp>
          <p:sp>
            <p:nvSpPr>
              <p:cNvPr id="69" name="Diamond 68">
                <a:extLst>
                  <a:ext uri="{FF2B5EF4-FFF2-40B4-BE49-F238E27FC236}">
                    <a16:creationId xmlns:a16="http://schemas.microsoft.com/office/drawing/2014/main" id="{CB3E83A8-2FBF-B1AB-97CC-5CE0B43A8334}"/>
                  </a:ext>
                </a:extLst>
              </p:cNvPr>
              <p:cNvSpPr/>
              <p:nvPr/>
            </p:nvSpPr>
            <p:spPr>
              <a:xfrm>
                <a:off x="5863829" y="1264444"/>
                <a:ext cx="500063" cy="500063"/>
              </a:xfrm>
              <a:prstGeom prst="diamond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101600" dist="508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91440" rtlCol="0" anchor="ctr"/>
              <a:lstStyle/>
              <a:p>
                <a:pPr algn="ctr"/>
                <a:r>
                  <a:rPr lang="en-US" sz="1400" dirty="0"/>
                  <a:t>2</a:t>
                </a:r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95E878F5-3A6D-A99F-10DF-1CE3DC0E2C65}"/>
                </a:ext>
              </a:extLst>
            </p:cNvPr>
            <p:cNvGrpSpPr/>
            <p:nvPr/>
          </p:nvGrpSpPr>
          <p:grpSpPr>
            <a:xfrm>
              <a:off x="6838686" y="2510694"/>
              <a:ext cx="3317055" cy="500064"/>
              <a:chOff x="5863829" y="1264443"/>
              <a:chExt cx="3317055" cy="500064"/>
            </a:xfrm>
          </p:grpSpPr>
          <p:sp>
            <p:nvSpPr>
              <p:cNvPr id="71" name="Arrow: Pentagon 70">
                <a:extLst>
                  <a:ext uri="{FF2B5EF4-FFF2-40B4-BE49-F238E27FC236}">
                    <a16:creationId xmlns:a16="http://schemas.microsoft.com/office/drawing/2014/main" id="{B59C56B9-CD5C-6086-424C-1E2690F4F83A}"/>
                  </a:ext>
                </a:extLst>
              </p:cNvPr>
              <p:cNvSpPr/>
              <p:nvPr/>
            </p:nvSpPr>
            <p:spPr>
              <a:xfrm>
                <a:off x="6108373" y="1264443"/>
                <a:ext cx="3072511" cy="500062"/>
              </a:xfrm>
              <a:prstGeom prst="homePlate">
                <a:avLst/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74320" rtlCol="0" anchor="ctr"/>
              <a:lstStyle/>
              <a:p>
                <a:r>
                  <a:rPr lang="en-US" sz="1200" dirty="0">
                    <a:solidFill>
                      <a:schemeClr val="tx1"/>
                    </a:solidFill>
                  </a:rPr>
                  <a:t>Exigences </a:t>
                </a:r>
              </a:p>
            </p:txBody>
          </p:sp>
          <p:sp>
            <p:nvSpPr>
              <p:cNvPr id="72" name="Diamond 71">
                <a:extLst>
                  <a:ext uri="{FF2B5EF4-FFF2-40B4-BE49-F238E27FC236}">
                    <a16:creationId xmlns:a16="http://schemas.microsoft.com/office/drawing/2014/main" id="{B56614D9-27C2-4739-9125-1B0F595FB677}"/>
                  </a:ext>
                </a:extLst>
              </p:cNvPr>
              <p:cNvSpPr/>
              <p:nvPr/>
            </p:nvSpPr>
            <p:spPr>
              <a:xfrm>
                <a:off x="5863829" y="1264444"/>
                <a:ext cx="500063" cy="500063"/>
              </a:xfrm>
              <a:prstGeom prst="diamond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101600" dist="508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91440" rtlCol="0" anchor="ctr"/>
              <a:lstStyle/>
              <a:p>
                <a:pPr algn="ctr"/>
                <a:r>
                  <a:rPr lang="en-US" sz="1400" dirty="0"/>
                  <a:t>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52906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67FCE-CFCB-82AA-A4A4-407673255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1026310"/>
            <a:ext cx="10132167" cy="5831690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fr-CM" sz="1800" b="1" kern="100" dirty="0">
                <a:solidFill>
                  <a:srgbClr val="1E3A8A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Objectif du Document</a:t>
            </a:r>
            <a:endParaRPr lang="fr-CM" sz="1800" b="1" kern="100" dirty="0">
              <a:solidFill>
                <a:srgbClr val="1F3763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CM" sz="1800" dirty="0">
                <a:solidFill>
                  <a:srgbClr val="37415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Ce cahier présente l’analyse complète de l’outil de dump mémoire RAM Dumper pour le système exploitation NetBSD adapté pour une interface web</a:t>
            </a:r>
          </a:p>
          <a:p>
            <a:endParaRPr lang="fr-CM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200"/>
              </a:spcBef>
            </a:pPr>
            <a:endParaRPr lang="fr-FR" sz="1600" b="0" i="0" dirty="0">
              <a:solidFill>
                <a:srgbClr val="34495E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fr-CM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200"/>
              </a:spcBef>
              <a:buNone/>
            </a:pPr>
            <a:r>
              <a:rPr lang="fr-CM" sz="1800" b="1" i="1" kern="100" dirty="0">
                <a:solidFill>
                  <a:srgbClr val="1F2937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CM" sz="1600" b="0" i="0" dirty="0">
              <a:solidFill>
                <a:srgbClr val="34495E"/>
              </a:solidFill>
              <a:effectLst/>
              <a:latin typeface="Arial" panose="020B0604020202020204" pitchFamily="34" charset="0"/>
            </a:endParaRPr>
          </a:p>
          <a:p>
            <a:endParaRPr lang="en-US" sz="2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65D19D-0E0B-502F-1C0C-A85D4C927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1703" y="120506"/>
            <a:ext cx="9120694" cy="524805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DD86488-169F-4EE0-AE69-259F5E426066}"/>
              </a:ext>
            </a:extLst>
          </p:cNvPr>
          <p:cNvSpPr txBox="1">
            <a:spLocks/>
          </p:cNvSpPr>
          <p:nvPr/>
        </p:nvSpPr>
        <p:spPr>
          <a:xfrm>
            <a:off x="7855750" y="4706415"/>
            <a:ext cx="3943350" cy="18883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Avantages Interface Web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Accès distant sécurisé via HTTPS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Interface utilisateur graphique intuitive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Multi-utilisateurs avec gestion des droits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Visualisation temps réel des opérations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Historique et reporting avancés</a:t>
            </a:r>
          </a:p>
          <a:p>
            <a:pPr>
              <a:lnSpc>
                <a:spcPct val="150000"/>
              </a:lnSpc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ECA87C9-1AE9-4A53-B8EB-B6E76397B99C}"/>
              </a:ext>
            </a:extLst>
          </p:cNvPr>
          <p:cNvSpPr txBox="1">
            <a:spLocks/>
          </p:cNvSpPr>
          <p:nvPr/>
        </p:nvSpPr>
        <p:spPr>
          <a:xfrm>
            <a:off x="3810000" y="2320297"/>
            <a:ext cx="3943350" cy="24726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fr-CM" sz="1600" b="1" i="1" kern="100" dirty="0">
                <a:solidFill>
                  <a:srgbClr val="1F2937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Objectifs Principaux</a:t>
            </a:r>
            <a:endParaRPr lang="fr-CM" sz="1600" b="1" i="1" kern="10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CM" sz="1600" kern="100" dirty="0">
                <a:solidFill>
                  <a:srgbClr val="4B556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400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Comprendre l'organisation mémoire NetBSD</a:t>
            </a: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sz="1400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Manipuler les interfaces bas niveau via API</a:t>
            </a: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sz="1400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Implémenter un outil forensic accessible</a:t>
            </a: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sz="1400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Garantir l'intégrité et la sécurité système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2825140-A4B5-4FB5-8B03-F8064242909E}"/>
              </a:ext>
            </a:extLst>
          </p:cNvPr>
          <p:cNvSpPr txBox="1">
            <a:spLocks/>
          </p:cNvSpPr>
          <p:nvPr/>
        </p:nvSpPr>
        <p:spPr>
          <a:xfrm>
            <a:off x="1485430" y="4619848"/>
            <a:ext cx="3943350" cy="18883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fr-CM" sz="1800" b="1" i="1" kern="100" dirty="0">
                <a:solidFill>
                  <a:srgbClr val="1F2937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Portée du Projet</a:t>
            </a:r>
            <a:endParaRPr lang="fr-CM" sz="1800" b="1" i="1" kern="10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CM" sz="1600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Plateforme : NetBSD</a:t>
            </a: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CM" sz="1600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Langage : C/C++</a:t>
            </a: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CM" sz="1600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Type : Application Web</a:t>
            </a: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CM" sz="1600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Permissions : Root requis</a:t>
            </a:r>
          </a:p>
        </p:txBody>
      </p:sp>
    </p:spTree>
    <p:extLst>
      <p:ext uri="{BB962C8B-B14F-4D97-AF65-F5344CB8AC3E}">
        <p14:creationId xmlns:p14="http://schemas.microsoft.com/office/powerpoint/2010/main" val="2426159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3A3D3-2B3B-5FEF-7CF1-38CB5B6FD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607" y="1081039"/>
            <a:ext cx="5215765" cy="517688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fr-CM" b="1" kern="100" dirty="0">
                <a:solidFill>
                  <a:srgbClr val="1F2937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Périmètre Fonctionnel  </a:t>
            </a:r>
            <a:endParaRPr lang="fr-CM" b="1" kern="100" dirty="0">
              <a:solidFill>
                <a:srgbClr val="1F3763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Extraction mémoire complète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Extraction sélective (plages d'adresses)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Formats de sortie multiples (Raw, ELF)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Interface web responsive</a:t>
            </a:r>
          </a:p>
          <a:p>
            <a:pPr>
              <a:lnSpc>
                <a:spcPct val="107000"/>
              </a:lnSpc>
              <a:spcBef>
                <a:spcPts val="200"/>
              </a:spcBef>
            </a:pPr>
            <a:endParaRPr lang="fr-CM" b="1" i="1" kern="100" dirty="0">
              <a:solidFill>
                <a:srgbClr val="14532D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200"/>
              </a:spcBef>
            </a:pPr>
            <a:endParaRPr lang="fr-CM" b="1" i="1" kern="100" dirty="0">
              <a:solidFill>
                <a:srgbClr val="14532D"/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fr-CM" b="1" i="1" kern="100" dirty="0">
                <a:solidFill>
                  <a:srgbClr val="14532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Cas Usage</a:t>
            </a:r>
            <a:endParaRPr lang="fr-CM" b="1" i="1" kern="10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Forensic : Analyse post-incident à distance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Débogage : Interface visuelle pour diagnostics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Sécurité : Authentification 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Recherche : Tableaux de bord analytiques</a:t>
            </a:r>
          </a:p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fr-FR" b="1" i="1" kern="100" dirty="0">
                <a:solidFill>
                  <a:srgbClr val="7F1D1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b="0" i="0" dirty="0">
              <a:solidFill>
                <a:srgbClr val="34495E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67B1A8-1FB3-581A-3993-AA5C7F47A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416" y="89555"/>
            <a:ext cx="10969620" cy="454606"/>
          </a:xfrm>
        </p:spPr>
        <p:txBody>
          <a:bodyPr>
            <a:normAutofit/>
          </a:bodyPr>
          <a:lstStyle/>
          <a:p>
            <a:r>
              <a:rPr lang="fr-CM" sz="1800" b="1" dirty="0">
                <a:solidFill>
                  <a:srgbClr val="1F2937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2. Contexte et Perimetre</a:t>
            </a:r>
            <a:endParaRPr lang="fr-CM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2E4AD52-CA0F-4ED1-A04F-2E7DB1B582E0}"/>
              </a:ext>
            </a:extLst>
          </p:cNvPr>
          <p:cNvSpPr txBox="1">
            <a:spLocks/>
          </p:cNvSpPr>
          <p:nvPr/>
        </p:nvSpPr>
        <p:spPr>
          <a:xfrm>
            <a:off x="6368630" y="618146"/>
            <a:ext cx="4053715" cy="22869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fr-CM" b="1" i="1" kern="100" dirty="0">
                <a:solidFill>
                  <a:srgbClr val="7F1D1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fr-CM" b="1" i="1" kern="10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Authentification forte obligatoire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Impact sur performances système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Risque de corruption si mal utilisé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Taille des dumps importante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342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7B1A8-1FB3-581A-3993-AA5C7F47A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416" y="89555"/>
            <a:ext cx="10969620" cy="454606"/>
          </a:xfrm>
        </p:spPr>
        <p:txBody>
          <a:bodyPr>
            <a:normAutofit/>
          </a:bodyPr>
          <a:lstStyle/>
          <a:p>
            <a:r>
              <a:rPr lang="fr-CM" sz="1800" b="1" dirty="0">
                <a:solidFill>
                  <a:srgbClr val="1F2937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3. Exigences Fonctionnelles</a:t>
            </a:r>
            <a:endParaRPr lang="fr-CM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9" name="Tableau 9">
            <a:extLst>
              <a:ext uri="{FF2B5EF4-FFF2-40B4-BE49-F238E27FC236}">
                <a16:creationId xmlns:a16="http://schemas.microsoft.com/office/drawing/2014/main" id="{98A5B58B-66D7-4D0D-866D-ADC2F1707E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7893447"/>
              </p:ext>
            </p:extLst>
          </p:nvPr>
        </p:nvGraphicFramePr>
        <p:xfrm>
          <a:off x="203200" y="544160"/>
          <a:ext cx="11377610" cy="6103914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2259057">
                  <a:extLst>
                    <a:ext uri="{9D8B030D-6E8A-4147-A177-3AD203B41FA5}">
                      <a16:colId xmlns:a16="http://schemas.microsoft.com/office/drawing/2014/main" val="3158781612"/>
                    </a:ext>
                  </a:extLst>
                </a:gridCol>
                <a:gridCol w="3220638">
                  <a:extLst>
                    <a:ext uri="{9D8B030D-6E8A-4147-A177-3AD203B41FA5}">
                      <a16:colId xmlns:a16="http://schemas.microsoft.com/office/drawing/2014/main" val="3034597357"/>
                    </a:ext>
                  </a:extLst>
                </a:gridCol>
                <a:gridCol w="5897915">
                  <a:extLst>
                    <a:ext uri="{9D8B030D-6E8A-4147-A177-3AD203B41FA5}">
                      <a16:colId xmlns:a16="http://schemas.microsoft.com/office/drawing/2014/main" val="211409655"/>
                    </a:ext>
                  </a:extLst>
                </a:gridCol>
              </a:tblGrid>
              <a:tr h="361247">
                <a:tc>
                  <a:txBody>
                    <a:bodyPr/>
                    <a:lstStyle/>
                    <a:p>
                      <a:r>
                        <a:rPr lang="fr-CM" b="1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Réf</a:t>
                      </a:r>
                      <a:r>
                        <a:rPr lang="fr-CM" b="1" i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fr-C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b="1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Exigence</a:t>
                      </a:r>
                      <a:endParaRPr lang="fr-CM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b="1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Description</a:t>
                      </a:r>
                      <a:endParaRPr lang="fr-CM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5549263"/>
                  </a:ext>
                </a:extLst>
              </a:tr>
              <a:tr h="1174052">
                <a:tc>
                  <a:txBody>
                    <a:bodyPr/>
                    <a:lstStyle/>
                    <a:p>
                      <a:r>
                        <a:rPr lang="fr-CM" b="1" i="0" dirty="0">
                          <a:solidFill>
                            <a:srgbClr val="34495E"/>
                          </a:solidFill>
                          <a:effectLst/>
                          <a:latin typeface="Arial" panose="020B0604020202020204" pitchFamily="34" charset="0"/>
                        </a:rPr>
                        <a:t>RF-01</a:t>
                      </a:r>
                      <a:endParaRPr lang="fr-C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0" i="0" dirty="0">
                          <a:solidFill>
                            <a:srgbClr val="34495E"/>
                          </a:solidFill>
                          <a:effectLst/>
                          <a:latin typeface="Arial" panose="020B0604020202020204" pitchFamily="34" charset="0"/>
                        </a:rPr>
                        <a:t>Extraction Mémoire via Interface Web</a:t>
                      </a:r>
                      <a:endParaRPr lang="fr-C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0" i="0" dirty="0">
                          <a:solidFill>
                            <a:srgbClr val="34495E"/>
                          </a:solidFill>
                          <a:effectLst/>
                          <a:latin typeface="Arial" panose="020B0604020202020204" pitchFamily="34" charset="0"/>
                        </a:rPr>
                        <a:t>L'application doit permettre le démarrage d'une extraction complète via un bouton dans l'interface web avec barre de progression temps réel et notification de fin.</a:t>
                      </a:r>
                      <a:endParaRPr lang="fr-CM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68155"/>
                  </a:ext>
                </a:extLst>
              </a:tr>
              <a:tr h="903117">
                <a:tc>
                  <a:txBody>
                    <a:bodyPr/>
                    <a:lstStyle/>
                    <a:p>
                      <a:r>
                        <a:rPr lang="fr-CM" b="1" i="0" dirty="0">
                          <a:solidFill>
                            <a:srgbClr val="34495E"/>
                          </a:solidFill>
                          <a:effectLst/>
                          <a:latin typeface="Arial" panose="020B0604020202020204" pitchFamily="34" charset="0"/>
                        </a:rPr>
                        <a:t>RF-02</a:t>
                      </a:r>
                      <a:endParaRPr lang="fr-C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b="0" i="0" dirty="0">
                          <a:solidFill>
                            <a:srgbClr val="34495E"/>
                          </a:solidFill>
                          <a:effectLst/>
                          <a:latin typeface="Arial" panose="020B0604020202020204" pitchFamily="34" charset="0"/>
                        </a:rPr>
                        <a:t>Extraction Sélective Guidée</a:t>
                      </a:r>
                      <a:endParaRPr lang="fr-C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0" i="0" dirty="0">
                          <a:solidFill>
                            <a:srgbClr val="34495E"/>
                          </a:solidFill>
                          <a:effectLst/>
                          <a:latin typeface="Arial" panose="020B0604020202020204" pitchFamily="34" charset="0"/>
                        </a:rPr>
                        <a:t>L'utilisateur doit pouvoir spécifier des plages d'adresses via un formulaire avec validation temps réel et suggestions d'adresses communes.</a:t>
                      </a:r>
                      <a:endParaRPr lang="fr-CM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619271"/>
                  </a:ext>
                </a:extLst>
              </a:tr>
              <a:tr h="903117">
                <a:tc>
                  <a:txBody>
                    <a:bodyPr/>
                    <a:lstStyle/>
                    <a:p>
                      <a:r>
                        <a:rPr lang="fr-CM" b="1" i="0" dirty="0">
                          <a:solidFill>
                            <a:srgbClr val="34495E"/>
                          </a:solidFill>
                          <a:effectLst/>
                          <a:latin typeface="Arial" panose="020B0604020202020204" pitchFamily="34" charset="0"/>
                        </a:rPr>
                        <a:t>RF-03</a:t>
                      </a:r>
                      <a:endParaRPr lang="fr-C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b="0" i="0" dirty="0">
                          <a:solidFill>
                            <a:srgbClr val="34495E"/>
                          </a:solidFill>
                          <a:effectLst/>
                          <a:latin typeface="Arial" panose="020B0604020202020204" pitchFamily="34" charset="0"/>
                        </a:rPr>
                        <a:t>Formats Sortie et Téléchargement</a:t>
                      </a:r>
                      <a:endParaRPr lang="fr-C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0" i="0" dirty="0">
                          <a:solidFill>
                            <a:srgbClr val="34495E"/>
                          </a:solidFill>
                          <a:effectLst/>
                          <a:latin typeface="Arial" panose="020B0604020202020204" pitchFamily="34" charset="0"/>
                        </a:rPr>
                        <a:t>Support des formats raw binary, ELF core dump et formats personnalisés. Téléchargement direct via navigateur avec liens temporaires sécurisés.</a:t>
                      </a:r>
                      <a:endParaRPr lang="fr-CM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2494425"/>
                  </a:ext>
                </a:extLst>
              </a:tr>
              <a:tr h="903117">
                <a:tc>
                  <a:txBody>
                    <a:bodyPr/>
                    <a:lstStyle/>
                    <a:p>
                      <a:r>
                        <a:rPr lang="fr-CM" b="1" i="0" dirty="0">
                          <a:solidFill>
                            <a:srgbClr val="34495E"/>
                          </a:solidFill>
                          <a:effectLst/>
                          <a:latin typeface="Arial" panose="020B0604020202020204" pitchFamily="34" charset="0"/>
                        </a:rPr>
                        <a:t>RF-04</a:t>
                      </a:r>
                      <a:endParaRPr lang="fr-C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b="0" i="0" dirty="0">
                          <a:solidFill>
                            <a:srgbClr val="34495E"/>
                          </a:solidFill>
                          <a:effectLst/>
                          <a:latin typeface="Arial" panose="020B0604020202020204" pitchFamily="34" charset="0"/>
                        </a:rPr>
                        <a:t>Vérification Intégrité</a:t>
                      </a:r>
                      <a:endParaRPr lang="fr-C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0" i="0" dirty="0">
                          <a:solidFill>
                            <a:srgbClr val="34495E"/>
                          </a:solidFill>
                          <a:effectLst/>
                          <a:latin typeface="Arial" panose="020B0604020202020204" pitchFamily="34" charset="0"/>
                        </a:rPr>
                        <a:t>Calcul automatique du hash SHA-256 côté serveur avec affichage dans l'interface et possibilité de vérification.</a:t>
                      </a:r>
                      <a:endParaRPr lang="fr-CM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2886608"/>
                  </a:ext>
                </a:extLst>
              </a:tr>
              <a:tr h="903117">
                <a:tc>
                  <a:txBody>
                    <a:bodyPr/>
                    <a:lstStyle/>
                    <a:p>
                      <a:r>
                        <a:rPr lang="fr-CM" b="1" i="0" dirty="0">
                          <a:solidFill>
                            <a:srgbClr val="34495E"/>
                          </a:solidFill>
                          <a:effectLst/>
                          <a:latin typeface="Arial" panose="020B0604020202020204" pitchFamily="34" charset="0"/>
                        </a:rPr>
                        <a:t>RF-05</a:t>
                      </a:r>
                      <a:endParaRPr lang="fr-C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b="0" i="0" dirty="0">
                          <a:solidFill>
                            <a:srgbClr val="34495E"/>
                          </a:solidFill>
                          <a:effectLst/>
                          <a:latin typeface="Arial" panose="020B0604020202020204" pitchFamily="34" charset="0"/>
                        </a:rPr>
                        <a:t>Dashboard et Historique</a:t>
                      </a:r>
                      <a:endParaRPr lang="fr-C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0" i="0" dirty="0">
                          <a:solidFill>
                            <a:srgbClr val="34495E"/>
                          </a:solidFill>
                          <a:effectLst/>
                          <a:latin typeface="Arial" panose="020B0604020202020204" pitchFamily="34" charset="0"/>
                        </a:rPr>
                        <a:t>Interface présentant la liste des opérations passées avec filtres, graphiques statistiques et fonction de recherche.</a:t>
                      </a:r>
                      <a:endParaRPr lang="fr-CM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738091"/>
                  </a:ext>
                </a:extLst>
              </a:tr>
              <a:tr h="903117">
                <a:tc>
                  <a:txBody>
                    <a:bodyPr/>
                    <a:lstStyle/>
                    <a:p>
                      <a:r>
                        <a:rPr lang="fr-CM" b="1" i="0" dirty="0">
                          <a:solidFill>
                            <a:srgbClr val="34495E"/>
                          </a:solidFill>
                          <a:effectLst/>
                          <a:latin typeface="Arial" panose="020B0604020202020204" pitchFamily="34" charset="0"/>
                        </a:rPr>
                        <a:t>RF-06</a:t>
                      </a:r>
                      <a:endParaRPr lang="fr-C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b="0" i="0" dirty="0">
                          <a:solidFill>
                            <a:srgbClr val="34495E"/>
                          </a:solidFill>
                          <a:effectLst/>
                          <a:latin typeface="Arial" panose="020B0604020202020204" pitchFamily="34" charset="0"/>
                        </a:rPr>
                        <a:t>Gestion Utilisateurs</a:t>
                      </a:r>
                      <a:endParaRPr lang="fr-C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0" i="0" dirty="0">
                          <a:solidFill>
                            <a:srgbClr val="34495E"/>
                          </a:solidFill>
                          <a:effectLst/>
                          <a:latin typeface="Arial" panose="020B0604020202020204" pitchFamily="34" charset="0"/>
                        </a:rPr>
                        <a:t>Système d'authentification et gestion des utilisateurs avec différents rôles (Admin, Operator, Analyst, Viewer).</a:t>
                      </a:r>
                      <a:endParaRPr lang="fr-CM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3498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8135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3A3D3-2B3B-5FEF-7CF1-38CB5B6FD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608" y="1081039"/>
            <a:ext cx="3364318" cy="5395961"/>
          </a:xfrm>
        </p:spPr>
        <p:txBody>
          <a:bodyPr>
            <a:noAutofit/>
          </a:bodyPr>
          <a:lstStyle/>
          <a:p>
            <a:pPr algn="l"/>
            <a:r>
              <a:rPr lang="fr-FR" b="1" i="0" dirty="0">
                <a:solidFill>
                  <a:srgbClr val="2C3E50"/>
                </a:solidFill>
                <a:effectLst/>
                <a:latin typeface="Arial" panose="020B0604020202020204" pitchFamily="34" charset="0"/>
              </a:rPr>
              <a:t>Performance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Débit minimum : 100 MB/s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Impact CPU : moins de 20%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Temps réponse API : &lt; 200ms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Bufferisation optimisée (blocs 1MB)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Pagination : 50 items/page</a:t>
            </a:r>
          </a:p>
          <a:p>
            <a:pPr>
              <a:lnSpc>
                <a:spcPct val="107000"/>
              </a:lnSpc>
              <a:spcBef>
                <a:spcPts val="200"/>
              </a:spcBef>
            </a:pPr>
            <a:endParaRPr lang="fr-CM" b="1" i="1" kern="100" dirty="0">
              <a:solidFill>
                <a:srgbClr val="14532D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200"/>
              </a:spcBef>
            </a:pPr>
            <a:endParaRPr lang="fr-CM" b="1" i="1" kern="100" dirty="0">
              <a:solidFill>
                <a:srgbClr val="14532D"/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b="1" i="0" dirty="0">
                <a:solidFill>
                  <a:srgbClr val="2C3E50"/>
                </a:solidFill>
                <a:effectLst/>
                <a:latin typeface="Arial" panose="020B0604020202020204" pitchFamily="34" charset="0"/>
              </a:rPr>
              <a:t>Disponibilité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Uptime : 99.5%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Mode dégradé si charge haute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Timeout opérations : 30 minutes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Récupération automatique erreurs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67B1A8-1FB3-581A-3993-AA5C7F47A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416" y="89555"/>
            <a:ext cx="10969620" cy="454606"/>
          </a:xfrm>
        </p:spPr>
        <p:txBody>
          <a:bodyPr>
            <a:normAutofit/>
          </a:bodyPr>
          <a:lstStyle/>
          <a:p>
            <a:r>
              <a:rPr lang="fr-CM" sz="1800" b="1" dirty="0">
                <a:solidFill>
                  <a:srgbClr val="1F2937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3. Exigences Non Fonctionnelles</a:t>
            </a:r>
            <a:endParaRPr lang="fr-CM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40FEF04-4FFC-4DFD-895B-6282C9D26E05}"/>
              </a:ext>
            </a:extLst>
          </p:cNvPr>
          <p:cNvSpPr txBox="1">
            <a:spLocks/>
          </p:cNvSpPr>
          <p:nvPr/>
        </p:nvSpPr>
        <p:spPr>
          <a:xfrm>
            <a:off x="3971926" y="1142020"/>
            <a:ext cx="4053715" cy="22869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b="1" i="0" dirty="0">
                <a:solidFill>
                  <a:srgbClr val="2C3E50"/>
                </a:solidFill>
                <a:effectLst/>
                <a:latin typeface="Arial" panose="020B0604020202020204" pitchFamily="34" charset="0"/>
              </a:rPr>
              <a:t>Maintenabilité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Code modulaire et documenté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Architecture REST standard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Logs structurés pour debug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Tests unitaires et intégration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2E4AD52-CA0F-4ED1-A04F-2E7DB1B582E0}"/>
              </a:ext>
            </a:extLst>
          </p:cNvPr>
          <p:cNvSpPr txBox="1">
            <a:spLocks/>
          </p:cNvSpPr>
          <p:nvPr/>
        </p:nvSpPr>
        <p:spPr>
          <a:xfrm>
            <a:off x="3792917" y="4251001"/>
            <a:ext cx="4053715" cy="22869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fr-FR" b="1" i="0" dirty="0">
                <a:solidFill>
                  <a:srgbClr val="2C3E50"/>
                </a:solidFill>
                <a:effectLst/>
                <a:latin typeface="Arial" panose="020B0604020202020204" pitchFamily="34" charset="0"/>
              </a:rPr>
              <a:t>Sécurité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Vérification UID root (backend)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Authentification JWT obligatoire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Logging syslog de toutes opérations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Pas d'injection de code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7A1A4FA-776E-4CFF-8872-879C384046C8}"/>
              </a:ext>
            </a:extLst>
          </p:cNvPr>
          <p:cNvSpPr txBox="1">
            <a:spLocks/>
          </p:cNvSpPr>
          <p:nvPr/>
        </p:nvSpPr>
        <p:spPr>
          <a:xfrm>
            <a:off x="6896101" y="1142020"/>
            <a:ext cx="4053715" cy="22869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fr-FR" b="1" i="0" dirty="0">
                <a:solidFill>
                  <a:srgbClr val="2C3E50"/>
                </a:solidFill>
                <a:effectLst/>
                <a:latin typeface="Arial" panose="020B0604020202020204" pitchFamily="34" charset="0"/>
              </a:rPr>
              <a:t>Utilisabilité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Responsive design (mobile/tablet/desktop)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Interface intuitive sans formation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Messages d'erreur explicites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Documentation intégrée (tooltips)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Thème clair/sombre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297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D949ACB-6FE7-E160-D7C0-E42A4859E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196" y="0"/>
            <a:ext cx="6463712" cy="330997"/>
          </a:xfrm>
        </p:spPr>
        <p:txBody>
          <a:bodyPr>
            <a:noAutofit/>
          </a:bodyPr>
          <a:lstStyle/>
          <a:p>
            <a:r>
              <a:rPr lang="fr-CM" sz="1600" dirty="0">
                <a:solidFill>
                  <a:srgbClr val="1F2937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4. Diagrammes – Cas Utilisations –DESCRIPTIONS TEXTUELLES  </a:t>
            </a:r>
            <a:endParaRPr lang="fr-CM" sz="1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Espace réservé pour une image  2">
            <a:extLst>
              <a:ext uri="{FF2B5EF4-FFF2-40B4-BE49-F238E27FC236}">
                <a16:creationId xmlns:a16="http://schemas.microsoft.com/office/drawing/2014/main" id="{849A6BB0-8813-4095-A6CF-B97D3242BB6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2726" b="2726"/>
          <a:stretch>
            <a:fillRect/>
          </a:stretch>
        </p:blipFill>
        <p:spPr>
          <a:xfrm>
            <a:off x="9210212" y="1260782"/>
            <a:ext cx="2563622" cy="2566500"/>
          </a:xfr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94E9950-A133-4513-B721-E4116959919E}"/>
              </a:ext>
            </a:extLst>
          </p:cNvPr>
          <p:cNvSpPr txBox="1">
            <a:spLocks/>
          </p:cNvSpPr>
          <p:nvPr/>
        </p:nvSpPr>
        <p:spPr>
          <a:xfrm>
            <a:off x="252156" y="517525"/>
            <a:ext cx="7336154" cy="16819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fr-FR" b="1" dirty="0"/>
              <a:t>Scénario 1 : Authentification Utilisateur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1" dirty="0"/>
              <a:t>Acteur</a:t>
            </a:r>
            <a:r>
              <a:rPr lang="fr-FR" dirty="0"/>
              <a:t> : Tous les utilisateurs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1" dirty="0"/>
              <a:t>Déclencheur</a:t>
            </a:r>
            <a:r>
              <a:rPr lang="fr-FR" dirty="0"/>
              <a:t> : Accès à l'interface web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1" dirty="0"/>
              <a:t>Flux principal</a:t>
            </a:r>
            <a:r>
              <a:rPr lang="fr-FR" dirty="0"/>
              <a:t> : 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dirty="0"/>
              <a:t>Utilisateur saisit email + mot de passe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dirty="0"/>
              <a:t>Système valide les identifiants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dirty="0"/>
              <a:t>Génération du token JWT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dirty="0"/>
              <a:t>Chargement des permissions selon le rôle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1" dirty="0"/>
              <a:t>Résultat</a:t>
            </a:r>
            <a:r>
              <a:rPr lang="fr-FR" dirty="0"/>
              <a:t> : Utilisateur authentifié avec session active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55EF986-C462-429A-AFEE-404DCEA7579C}"/>
              </a:ext>
            </a:extLst>
          </p:cNvPr>
          <p:cNvSpPr txBox="1">
            <a:spLocks/>
          </p:cNvSpPr>
          <p:nvPr/>
        </p:nvSpPr>
        <p:spPr>
          <a:xfrm>
            <a:off x="176728" y="3621840"/>
            <a:ext cx="7336154" cy="16819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fr-FR" b="1" dirty="0"/>
              <a:t>Scénario 2 : Configuration Extraction Mémoire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1" dirty="0"/>
              <a:t>Acteur</a:t>
            </a:r>
            <a:r>
              <a:rPr lang="fr-FR" dirty="0"/>
              <a:t> : Administrateur, Opérateur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1" dirty="0"/>
              <a:t>Prérequis</a:t>
            </a:r>
            <a:r>
              <a:rPr lang="fr-FR" dirty="0"/>
              <a:t> : Authentifié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1" dirty="0"/>
              <a:t>Flux principal</a:t>
            </a:r>
            <a:r>
              <a:rPr lang="fr-FR" dirty="0"/>
              <a:t> : 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dirty="0"/>
              <a:t>Sélectionner type (complet/sélectif)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dirty="0"/>
              <a:t>Choisir format de sortie (Raw, ELF, JSON)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dirty="0"/>
              <a:t>Définir plages d'adresses (si sélectif)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dirty="0"/>
              <a:t>Activer compression optionnelle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1" dirty="0"/>
              <a:t>Résultat</a:t>
            </a:r>
            <a:r>
              <a:rPr lang="fr-FR" dirty="0"/>
              <a:t> : Configuration sauvegardée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23E472C-CBBC-4B42-B434-A87C33F3B03B}"/>
              </a:ext>
            </a:extLst>
          </p:cNvPr>
          <p:cNvSpPr txBox="1">
            <a:spLocks/>
          </p:cNvSpPr>
          <p:nvPr/>
        </p:nvSpPr>
        <p:spPr>
          <a:xfrm>
            <a:off x="5104328" y="354982"/>
            <a:ext cx="7336154" cy="16819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fr-CM" b="1" dirty="0"/>
              <a:t>Scénario 3 : générer un Dump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CM" b="1" dirty="0"/>
              <a:t>Acteur</a:t>
            </a:r>
            <a:r>
              <a:rPr lang="fr-CM" dirty="0"/>
              <a:t> : Administrateur, Opérateur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CM" b="1" dirty="0"/>
              <a:t>Prérequis</a:t>
            </a:r>
            <a:r>
              <a:rPr lang="fr-CM" dirty="0"/>
              <a:t> : Authentifié + privilèges root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CM" b="1" dirty="0"/>
              <a:t>Flux principal</a:t>
            </a:r>
            <a:r>
              <a:rPr lang="fr-CM" dirty="0"/>
              <a:t> : 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CM" dirty="0"/>
              <a:t>Clic "Nouvelle Extraction Complète"</a:t>
            </a:r>
          </a:p>
          <a:p>
            <a:pPr lvl="1">
              <a:lnSpc>
                <a:spcPct val="100000"/>
              </a:lnSpc>
            </a:pPr>
            <a:endParaRPr lang="fr-CM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CM" b="1" dirty="0"/>
              <a:t>Résultat</a:t>
            </a:r>
            <a:r>
              <a:rPr lang="fr-CM" dirty="0"/>
              <a:t> : Fichier dump complet généré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C61B32A-130D-4D38-B165-FF0D73EF822F}"/>
              </a:ext>
            </a:extLst>
          </p:cNvPr>
          <p:cNvSpPr txBox="1">
            <a:spLocks/>
          </p:cNvSpPr>
          <p:nvPr/>
        </p:nvSpPr>
        <p:spPr>
          <a:xfrm>
            <a:off x="5067696" y="3621840"/>
            <a:ext cx="7336154" cy="16819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fr-FR" b="1" dirty="0"/>
              <a:t>Scénario 4 : Effectuer Dump Sélectif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1" dirty="0"/>
              <a:t>Acteur</a:t>
            </a:r>
            <a:r>
              <a:rPr lang="fr-FR" dirty="0"/>
              <a:t> : Administrateur, Opérateur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1" dirty="0"/>
              <a:t>Prérequis</a:t>
            </a:r>
            <a:r>
              <a:rPr lang="fr-FR" dirty="0"/>
              <a:t> : Plages d'adresses valides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1" dirty="0"/>
              <a:t>Flux principal</a:t>
            </a:r>
            <a:r>
              <a:rPr lang="fr-FR" dirty="0"/>
              <a:t> : 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dirty="0"/>
              <a:t>Spécifier plage (ex: 0x1000-0x5000)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dirty="0"/>
              <a:t>Validation plages mémoire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dirty="0"/>
              <a:t>Extraction ciblée uniquement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dirty="0"/>
              <a:t>Génération dump partiel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1" dirty="0"/>
              <a:t>Résultat</a:t>
            </a:r>
            <a:r>
              <a:rPr lang="fr-FR" dirty="0"/>
              <a:t> : Dump de la zone sélectionnée</a:t>
            </a:r>
          </a:p>
        </p:txBody>
      </p:sp>
    </p:spTree>
    <p:extLst>
      <p:ext uri="{BB962C8B-B14F-4D97-AF65-F5344CB8AC3E}">
        <p14:creationId xmlns:p14="http://schemas.microsoft.com/office/powerpoint/2010/main" val="1486732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D949ACB-6FE7-E160-D7C0-E42A4859E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196" y="0"/>
            <a:ext cx="6463712" cy="330997"/>
          </a:xfrm>
        </p:spPr>
        <p:txBody>
          <a:bodyPr>
            <a:noAutofit/>
          </a:bodyPr>
          <a:lstStyle/>
          <a:p>
            <a:r>
              <a:rPr lang="fr-CM" sz="1600" dirty="0">
                <a:solidFill>
                  <a:srgbClr val="1F2937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4. Diagrammes – Cas Utilisations –DESCRIPTIONS TEXTUELLES </a:t>
            </a:r>
            <a:endParaRPr lang="fr-CM" sz="1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Espace réservé pour une image  2">
            <a:extLst>
              <a:ext uri="{FF2B5EF4-FFF2-40B4-BE49-F238E27FC236}">
                <a16:creationId xmlns:a16="http://schemas.microsoft.com/office/drawing/2014/main" id="{849A6BB0-8813-4095-A6CF-B97D3242BB6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2726" b="2726"/>
          <a:stretch>
            <a:fillRect/>
          </a:stretch>
        </p:blipFill>
        <p:spPr>
          <a:xfrm>
            <a:off x="9210212" y="1260782"/>
            <a:ext cx="2563622" cy="2566500"/>
          </a:xfr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94E9950-A133-4513-B721-E4116959919E}"/>
              </a:ext>
            </a:extLst>
          </p:cNvPr>
          <p:cNvSpPr txBox="1">
            <a:spLocks/>
          </p:cNvSpPr>
          <p:nvPr/>
        </p:nvSpPr>
        <p:spPr>
          <a:xfrm>
            <a:off x="252156" y="517525"/>
            <a:ext cx="7336154" cy="16819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fr-FR" b="1" dirty="0"/>
              <a:t>Scénario 5 : Télécharger Résultats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1" dirty="0"/>
              <a:t>Acteur</a:t>
            </a:r>
            <a:r>
              <a:rPr lang="fr-FR" dirty="0"/>
              <a:t> : Admin, Opérateur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1" dirty="0"/>
              <a:t>Prérequis</a:t>
            </a:r>
            <a:r>
              <a:rPr lang="fr-FR" dirty="0"/>
              <a:t> : Extraction terminée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1" dirty="0"/>
              <a:t>Flux principal</a:t>
            </a:r>
            <a:r>
              <a:rPr lang="fr-FR" dirty="0"/>
              <a:t> : 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dirty="0"/>
              <a:t>Consulter liste des dumps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dirty="0"/>
              <a:t>Clic sur "Télécharger"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dirty="0"/>
              <a:t>Génération lien sécurisé temporaire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dirty="0"/>
              <a:t>Streaming du fichier via HTTPS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dirty="0"/>
              <a:t>Affichage du hash SHA-256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1" dirty="0"/>
              <a:t>Résultat</a:t>
            </a:r>
            <a:r>
              <a:rPr lang="fr-FR" dirty="0"/>
              <a:t> : Fichier .raw téléchargé localement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55EF986-C462-429A-AFEE-404DCEA7579C}"/>
              </a:ext>
            </a:extLst>
          </p:cNvPr>
          <p:cNvSpPr txBox="1">
            <a:spLocks/>
          </p:cNvSpPr>
          <p:nvPr/>
        </p:nvSpPr>
        <p:spPr>
          <a:xfrm>
            <a:off x="176728" y="3621840"/>
            <a:ext cx="7336154" cy="16819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fr-FR" b="1" dirty="0"/>
              <a:t>Scénario 6 : Consulter Historique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1" dirty="0"/>
              <a:t>Acteur</a:t>
            </a:r>
            <a:r>
              <a:rPr lang="fr-FR" dirty="0"/>
              <a:t> : Tous les rôles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1" dirty="0"/>
              <a:t>Prérequis</a:t>
            </a:r>
            <a:r>
              <a:rPr lang="fr-FR" dirty="0"/>
              <a:t> : Authentifié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1" dirty="0"/>
              <a:t>Flux principal</a:t>
            </a:r>
            <a:r>
              <a:rPr lang="fr-FR" dirty="0"/>
              <a:t> : 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dirty="0"/>
              <a:t>Accéder à l'onglet "Historique"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dirty="0"/>
              <a:t>Affichage liste paginée (50 items/page)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dirty="0"/>
              <a:t>Filtrer par date, utilisateur, type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dirty="0"/>
              <a:t>Recherche par mot-clé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dirty="0"/>
              <a:t>Visualiser métadonnées : taille, hash, statut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1" dirty="0"/>
              <a:t>Résultat</a:t>
            </a:r>
            <a:r>
              <a:rPr lang="fr-FR" dirty="0"/>
              <a:t> : Vue complète des extractions passées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23E472C-CBBC-4B42-B434-A87C33F3B03B}"/>
              </a:ext>
            </a:extLst>
          </p:cNvPr>
          <p:cNvSpPr txBox="1">
            <a:spLocks/>
          </p:cNvSpPr>
          <p:nvPr/>
        </p:nvSpPr>
        <p:spPr>
          <a:xfrm>
            <a:off x="5015032" y="330997"/>
            <a:ext cx="7336154" cy="16819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fr-FR" b="1" dirty="0"/>
              <a:t>Scénario 7 : Vérifier Intégrité Dump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1" dirty="0"/>
              <a:t>Acteur</a:t>
            </a:r>
            <a:r>
              <a:rPr lang="fr-FR" dirty="0"/>
              <a:t> : Admin, Opérateur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1" dirty="0"/>
              <a:t>Prérequis</a:t>
            </a:r>
            <a:r>
              <a:rPr lang="fr-FR" dirty="0"/>
              <a:t> : Dump téléchargé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1" dirty="0"/>
              <a:t>Flux principal</a:t>
            </a:r>
            <a:r>
              <a:rPr lang="fr-FR" dirty="0"/>
              <a:t> : 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dirty="0"/>
              <a:t>Validation intégrité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1" dirty="0"/>
              <a:t>Résultat</a:t>
            </a:r>
            <a:r>
              <a:rPr lang="fr-FR" dirty="0"/>
              <a:t> : Confirmation que le dump n'est pas corrompu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C61B32A-130D-4D38-B165-FF0D73EF822F}"/>
              </a:ext>
            </a:extLst>
          </p:cNvPr>
          <p:cNvSpPr txBox="1">
            <a:spLocks/>
          </p:cNvSpPr>
          <p:nvPr/>
        </p:nvSpPr>
        <p:spPr>
          <a:xfrm>
            <a:off x="5037496" y="2309234"/>
            <a:ext cx="7313690" cy="16819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fr-FR" b="1" dirty="0"/>
              <a:t>Scénario 8 : Gérer Utilisateurs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1" dirty="0"/>
              <a:t>Acteur</a:t>
            </a:r>
            <a:r>
              <a:rPr lang="fr-FR" dirty="0"/>
              <a:t> : Administrateur uniquement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1" dirty="0"/>
              <a:t>Prérequis</a:t>
            </a:r>
            <a:r>
              <a:rPr lang="fr-FR" dirty="0"/>
              <a:t> : Droits admin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1" dirty="0"/>
              <a:t>Flux principal</a:t>
            </a:r>
            <a:r>
              <a:rPr lang="fr-FR" dirty="0"/>
              <a:t> : 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dirty="0"/>
              <a:t>Accéder au panneau "Gestion Utilisateurs"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dirty="0"/>
              <a:t>Créer nouveau compte (email, rôle)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dirty="0"/>
              <a:t>Modifier permissions existantes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dirty="0"/>
              <a:t>Désactiver/Supprimer utilisateurs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dirty="0"/>
              <a:t>Attribuer rôles : Admin, Operator, Viewer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1" dirty="0"/>
              <a:t>Résultat</a:t>
            </a:r>
            <a:r>
              <a:rPr lang="fr-FR" dirty="0"/>
              <a:t> : Base utilisateurs mise à jour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35BFD75-1421-499B-A806-9CFF92E752C8}"/>
              </a:ext>
            </a:extLst>
          </p:cNvPr>
          <p:cNvSpPr txBox="1">
            <a:spLocks/>
          </p:cNvSpPr>
          <p:nvPr/>
        </p:nvSpPr>
        <p:spPr>
          <a:xfrm>
            <a:off x="5037496" y="5413549"/>
            <a:ext cx="7336154" cy="10935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fr-FR" b="1" dirty="0"/>
              <a:t>Scénario 9 : Visualiser Progression Temps Réel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1" dirty="0"/>
              <a:t>Acteur</a:t>
            </a:r>
            <a:r>
              <a:rPr lang="fr-FR" dirty="0"/>
              <a:t> : Tous les rôles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1" dirty="0"/>
              <a:t>Prérequis</a:t>
            </a:r>
            <a:r>
              <a:rPr lang="fr-FR" dirty="0"/>
              <a:t> : Extraction en cours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1" dirty="0"/>
              <a:t>Résultat</a:t>
            </a:r>
            <a:r>
              <a:rPr lang="fr-FR" dirty="0"/>
              <a:t> : Suivi en direct de l'extraction</a:t>
            </a:r>
          </a:p>
        </p:txBody>
      </p:sp>
    </p:spTree>
    <p:extLst>
      <p:ext uri="{BB962C8B-B14F-4D97-AF65-F5344CB8AC3E}">
        <p14:creationId xmlns:p14="http://schemas.microsoft.com/office/powerpoint/2010/main" val="4164336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2BF425E-6111-AA0B-0D30-FEDBED362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8100" y="0"/>
            <a:ext cx="6463712" cy="661995"/>
          </a:xfrm>
        </p:spPr>
        <p:txBody>
          <a:bodyPr/>
          <a:lstStyle/>
          <a:p>
            <a:r>
              <a:rPr lang="fr-CM" sz="1800" dirty="0">
                <a:solidFill>
                  <a:srgbClr val="1F2937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4. Diagrammes – Cas Utilisations 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1588B93-8C30-48D6-8517-22FC04A7D6B8}"/>
              </a:ext>
            </a:extLst>
          </p:cNvPr>
          <p:cNvSpPr txBox="1">
            <a:spLocks/>
          </p:cNvSpPr>
          <p:nvPr/>
        </p:nvSpPr>
        <p:spPr>
          <a:xfrm>
            <a:off x="5201919" y="5084278"/>
            <a:ext cx="6957507" cy="16819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b="1" i="0" dirty="0">
                <a:solidFill>
                  <a:srgbClr val="4A5568"/>
                </a:solidFill>
                <a:effectLst/>
                <a:latin typeface="Segoe UI" panose="020B0502040204020203" pitchFamily="34" charset="0"/>
              </a:rPr>
              <a:t>• 2 acteurs principaux</a:t>
            </a:r>
            <a:r>
              <a:rPr lang="fr-FR" b="0" i="0" dirty="0">
                <a:solidFill>
                  <a:srgbClr val="4A5568"/>
                </a:solidFill>
                <a:effectLst/>
                <a:latin typeface="Segoe UI" panose="020B0502040204020203" pitchFamily="34" charset="0"/>
              </a:rPr>
              <a:t> : Administrateur (accès complet) et Analyste Forensic (analyse)</a:t>
            </a:r>
            <a:br>
              <a:rPr lang="fr-FR" dirty="0"/>
            </a:br>
            <a:r>
              <a:rPr lang="fr-FR" b="1" i="0" dirty="0">
                <a:solidFill>
                  <a:srgbClr val="4A5568"/>
                </a:solidFill>
                <a:effectLst/>
                <a:latin typeface="Segoe UI" panose="020B0502040204020203" pitchFamily="34" charset="0"/>
              </a:rPr>
              <a:t>• 9 cas d'utilisation</a:t>
            </a:r>
            <a:r>
              <a:rPr lang="fr-FR" b="0" i="0" dirty="0">
                <a:solidFill>
                  <a:srgbClr val="4A5568"/>
                </a:solidFill>
                <a:effectLst/>
                <a:latin typeface="Segoe UI" panose="020B0502040204020203" pitchFamily="34" charset="0"/>
              </a:rPr>
              <a:t> couvrant l'authentification, l'extraction, la gestion et l'audit</a:t>
            </a:r>
            <a:br>
              <a:rPr lang="fr-FR" dirty="0"/>
            </a:br>
            <a:r>
              <a:rPr lang="fr-FR" b="1" i="0" dirty="0">
                <a:solidFill>
                  <a:srgbClr val="4A5568"/>
                </a:solidFill>
                <a:effectLst/>
                <a:latin typeface="Segoe UI" panose="020B0502040204020203" pitchFamily="34" charset="0"/>
              </a:rPr>
              <a:t>• Sécurité intégrée</a:t>
            </a:r>
            <a:r>
              <a:rPr lang="fr-FR" b="0" i="0" dirty="0">
                <a:solidFill>
                  <a:srgbClr val="4A5568"/>
                </a:solidFill>
                <a:effectLst/>
                <a:latin typeface="Segoe UI" panose="020B0502040204020203" pitchFamily="34" charset="0"/>
              </a:rPr>
              <a:t> : authentification JWT obligatoire + RBAC pour permissions</a:t>
            </a:r>
            <a:br>
              <a:rPr lang="fr-FR" dirty="0"/>
            </a:br>
            <a:r>
              <a:rPr lang="fr-FR" b="1" i="0" dirty="0">
                <a:solidFill>
                  <a:srgbClr val="4A5568"/>
                </a:solidFill>
                <a:effectLst/>
                <a:latin typeface="Segoe UI" panose="020B0502040204020203" pitchFamily="34" charset="0"/>
              </a:rPr>
              <a:t>• Interface web</a:t>
            </a:r>
            <a:r>
              <a:rPr lang="fr-FR" b="0" i="0" dirty="0">
                <a:solidFill>
                  <a:srgbClr val="4A5568"/>
                </a:solidFill>
                <a:effectLst/>
                <a:latin typeface="Segoe UI" panose="020B0502040204020203" pitchFamily="34" charset="0"/>
              </a:rPr>
              <a:t> : accès distant sécurisé via HTTPS avec progression temps réel</a:t>
            </a:r>
            <a:br>
              <a:rPr lang="fr-FR" dirty="0"/>
            </a:br>
            <a:r>
              <a:rPr lang="fr-FR" b="1" i="0" dirty="0">
                <a:solidFill>
                  <a:srgbClr val="4A5568"/>
                </a:solidFill>
                <a:effectLst/>
                <a:latin typeface="Segoe UI" panose="020B0502040204020203" pitchFamily="34" charset="0"/>
              </a:rPr>
              <a:t>• Traçabilité</a:t>
            </a:r>
            <a:r>
              <a:rPr lang="fr-FR" b="0" i="0" dirty="0">
                <a:solidFill>
                  <a:srgbClr val="4A5568"/>
                </a:solidFill>
                <a:effectLst/>
                <a:latin typeface="Segoe UI" panose="020B0502040204020203" pitchFamily="34" charset="0"/>
              </a:rPr>
              <a:t> : logs d'audit complets et vérification d'intégrité SHA-256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66392B8-AD0F-4974-B7A1-0D728C21B8AC}"/>
              </a:ext>
            </a:extLst>
          </p:cNvPr>
          <p:cNvSpPr txBox="1">
            <a:spLocks/>
          </p:cNvSpPr>
          <p:nvPr/>
        </p:nvSpPr>
        <p:spPr>
          <a:xfrm>
            <a:off x="4961041" y="2385457"/>
            <a:ext cx="6777829" cy="16819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CM" b="1" i="0" dirty="0">
                <a:solidFill>
                  <a:srgbClr val="F56565"/>
                </a:solidFill>
                <a:effectLst/>
                <a:latin typeface="Segoe UI" panose="020B0502040204020203" pitchFamily="34" charset="0"/>
              </a:rPr>
              <a:t>🔗 Relations entre Cas d'Utilisation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CM" b="1" i="0" dirty="0">
                <a:solidFill>
                  <a:srgbClr val="2D3748"/>
                </a:solidFill>
                <a:effectLst/>
                <a:latin typeface="Segoe UI" panose="020B0502040204020203" pitchFamily="34" charset="0"/>
              </a:rPr>
              <a:t>«include»</a:t>
            </a:r>
            <a:r>
              <a:rPr lang="fr-CM" b="0" i="0" dirty="0">
                <a:solidFill>
                  <a:srgbClr val="2D3748"/>
                </a:solidFill>
                <a:effectLst/>
                <a:latin typeface="Segoe UI" panose="020B0502040204020203" pitchFamily="34" charset="0"/>
              </a:rPr>
              <a:t> : Générer dump → S'authentifier (authentification obligatoire)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CM" b="1" i="0" dirty="0">
                <a:solidFill>
                  <a:srgbClr val="2D3748"/>
                </a:solidFill>
                <a:effectLst/>
                <a:latin typeface="Segoe UI" panose="020B0502040204020203" pitchFamily="34" charset="0"/>
              </a:rPr>
              <a:t>«include»</a:t>
            </a:r>
            <a:r>
              <a:rPr lang="fr-CM" b="0" i="0" dirty="0">
                <a:solidFill>
                  <a:srgbClr val="2D3748"/>
                </a:solidFill>
                <a:effectLst/>
                <a:latin typeface="Segoe UI" panose="020B0502040204020203" pitchFamily="34" charset="0"/>
              </a:rPr>
              <a:t> : Générer dump → Visualiser progression (affichage automatique)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CM" b="1" i="0" dirty="0">
                <a:solidFill>
                  <a:srgbClr val="2D3748"/>
                </a:solidFill>
                <a:effectLst/>
                <a:latin typeface="Segoe UI" panose="020B0502040204020203" pitchFamily="34" charset="0"/>
              </a:rPr>
              <a:t>«include»</a:t>
            </a:r>
            <a:r>
              <a:rPr lang="fr-CM" b="0" i="0" dirty="0">
                <a:solidFill>
                  <a:srgbClr val="2D3748"/>
                </a:solidFill>
                <a:effectLst/>
                <a:latin typeface="Segoe UI" panose="020B0502040204020203" pitchFamily="34" charset="0"/>
              </a:rPr>
              <a:t> : Télécharger résultats → Vérifier intégrité (hash fourni)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CM" b="1" i="0" dirty="0">
                <a:solidFill>
                  <a:srgbClr val="2D3748"/>
                </a:solidFill>
                <a:effectLst/>
                <a:latin typeface="Segoe UI" panose="020B0502040204020203" pitchFamily="34" charset="0"/>
              </a:rPr>
              <a:t>«extend»</a:t>
            </a:r>
            <a:r>
              <a:rPr lang="fr-CM" b="0" i="0" dirty="0">
                <a:solidFill>
                  <a:srgbClr val="2D3748"/>
                </a:solidFill>
                <a:effectLst/>
                <a:latin typeface="Segoe UI" panose="020B0502040204020203" pitchFamily="34" charset="0"/>
              </a:rPr>
              <a:t> : Configurer extraction → Générer dump complet (configuration optionnelle avancée)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A8115F86-6DD8-4088-8F35-A7BEC71BB4F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8100" y="907542"/>
            <a:ext cx="2987040" cy="1226058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5EFC0F6D-BCFA-4D81-9DD4-4BE4209ED63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5140" y="947364"/>
            <a:ext cx="1455420" cy="1186235"/>
          </a:xfrm>
          <a:prstGeom prst="rect">
            <a:avLst/>
          </a:prstGeom>
        </p:spPr>
      </p:pic>
      <p:sp>
        <p:nvSpPr>
          <p:cNvPr id="22" name="Espace réservé pour une image  21">
            <a:extLst>
              <a:ext uri="{FF2B5EF4-FFF2-40B4-BE49-F238E27FC236}">
                <a16:creationId xmlns:a16="http://schemas.microsoft.com/office/drawing/2014/main" id="{8A356878-8C0D-44DF-9F5B-E1105B69CF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12ABABF5-5D83-4AE2-956B-637A1AF8C0CF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70" y="741680"/>
            <a:ext cx="4769271" cy="588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091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5C6AB-A955-7C32-201C-F932FB85B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1384" y="1"/>
            <a:ext cx="9681293" cy="723900"/>
          </a:xfrm>
        </p:spPr>
        <p:txBody>
          <a:bodyPr>
            <a:normAutofit fontScale="90000"/>
          </a:bodyPr>
          <a:lstStyle/>
          <a:p>
            <a:r>
              <a:rPr lang="fr-CM" b="1" i="0" dirty="0">
                <a:solidFill>
                  <a:srgbClr val="2C3E50"/>
                </a:solidFill>
                <a:effectLst/>
                <a:latin typeface="Arial" panose="020B0604020202020204" pitchFamily="34" charset="0"/>
              </a:rPr>
              <a:t>Conclusion du Cahier d'Analyse</a:t>
            </a:r>
            <a:br>
              <a:rPr lang="fr-CM" b="1" i="0" dirty="0">
                <a:solidFill>
                  <a:srgbClr val="2C3E50"/>
                </a:solidFill>
                <a:effectLst/>
                <a:latin typeface="Arial" panose="020B0604020202020204" pitchFamily="34" charset="0"/>
              </a:rPr>
            </a:br>
            <a:r>
              <a:rPr lang="en-US" dirty="0"/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EA3BE-6082-494C-B7D5-8083D3D73907}"/>
              </a:ext>
            </a:extLst>
          </p:cNvPr>
          <p:cNvSpPr txBox="1">
            <a:spLocks/>
          </p:cNvSpPr>
          <p:nvPr/>
        </p:nvSpPr>
        <p:spPr>
          <a:xfrm>
            <a:off x="1485900" y="1516275"/>
            <a:ext cx="5410200" cy="26074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fr-FR" b="1" i="0" dirty="0">
                <a:solidFill>
                  <a:srgbClr val="2C3E50"/>
                </a:solidFill>
                <a:effectLst/>
                <a:latin typeface="Arial" panose="020B0604020202020204" pitchFamily="34" charset="0"/>
              </a:rPr>
              <a:t>Livrables d'Analyse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34495E"/>
                </a:solidFill>
                <a:latin typeface="Arial" panose="020B0604020202020204" pitchFamily="34" charset="0"/>
              </a:rPr>
              <a:t>1</a:t>
            </a: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 diagrammes UML (Cas d'utilisation)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Spécifications fonctionnelles détaillées (6 exigences principales)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Spécifications non fonctionnelles (Performance, Sécurité, Utilisabilité)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Contraintes système identifiées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BB0AF66-1A92-4BA7-B50E-580C43CAFE13}"/>
              </a:ext>
            </a:extLst>
          </p:cNvPr>
          <p:cNvSpPr txBox="1">
            <a:spLocks/>
          </p:cNvSpPr>
          <p:nvPr/>
        </p:nvSpPr>
        <p:spPr>
          <a:xfrm>
            <a:off x="7468305" y="1676464"/>
            <a:ext cx="5010150" cy="22869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fr-FR" b="1" i="0" dirty="0">
                <a:solidFill>
                  <a:srgbClr val="2C3E50"/>
                </a:solidFill>
                <a:effectLst/>
                <a:latin typeface="Arial" panose="020B0604020202020204" pitchFamily="34" charset="0"/>
              </a:rPr>
              <a:t>Risques Identifiés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Sécurité : Accès non autorisé à la mémoire système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Performance : Impact sur système en production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Intégrité : Corruption données si interruption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Disponibilité : Charge réseau pour dumps volumineux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Complexité : Gestion multi-utilisateurs concurrents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57CD15F-76E3-419C-A928-95B11928D72D}"/>
              </a:ext>
            </a:extLst>
          </p:cNvPr>
          <p:cNvSpPr txBox="1">
            <a:spLocks/>
          </p:cNvSpPr>
          <p:nvPr/>
        </p:nvSpPr>
        <p:spPr>
          <a:xfrm>
            <a:off x="3851345" y="4207205"/>
            <a:ext cx="4053715" cy="22869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fr-FR" b="1" i="0" dirty="0">
                <a:solidFill>
                  <a:srgbClr val="2C3E50"/>
                </a:solidFill>
                <a:effectLst/>
                <a:latin typeface="Arial" panose="020B0604020202020204" pitchFamily="34" charset="0"/>
              </a:rPr>
              <a:t>Prochaines Étapes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Rédaction du cahier de conception détaillée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Architecture technique précise (Classe, APIs)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4495E"/>
                </a:solidFill>
                <a:effectLst/>
                <a:latin typeface="Arial" panose="020B0604020202020204" pitchFamily="34" charset="0"/>
              </a:rPr>
              <a:t>Spécifications des structures de données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fr-FR" b="0" i="0" dirty="0">
              <a:solidFill>
                <a:srgbClr val="34495E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2A4531E-BDC0-4D2F-89C2-54D956CE0075}"/>
              </a:ext>
            </a:extLst>
          </p:cNvPr>
          <p:cNvSpPr txBox="1">
            <a:spLocks/>
          </p:cNvSpPr>
          <p:nvPr/>
        </p:nvSpPr>
        <p:spPr>
          <a:xfrm>
            <a:off x="1951384" y="363815"/>
            <a:ext cx="9681293" cy="417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M" sz="1600" b="1" i="0" dirty="0">
                <a:solidFill>
                  <a:srgbClr val="3498DB"/>
                </a:solidFill>
                <a:effectLst/>
                <a:latin typeface="Arial" panose="020B0604020202020204" pitchFamily="34" charset="0"/>
              </a:rPr>
              <a:t>Synthèse de l'Analyse</a:t>
            </a:r>
            <a:endParaRPr lang="en-US" sz="16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2365F68-937E-4646-A6AF-69FE591FA38B}"/>
              </a:ext>
            </a:extLst>
          </p:cNvPr>
          <p:cNvSpPr txBox="1">
            <a:spLocks/>
          </p:cNvSpPr>
          <p:nvPr/>
        </p:nvSpPr>
        <p:spPr>
          <a:xfrm>
            <a:off x="1951384" y="724954"/>
            <a:ext cx="9681293" cy="608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400" b="0" i="0" dirty="0">
                <a:solidFill>
                  <a:srgbClr val="2C3E50"/>
                </a:solidFill>
                <a:effectLst/>
                <a:latin typeface="Arial" panose="020B0604020202020204" pitchFamily="34" charset="0"/>
              </a:rPr>
              <a:t>Ce cahier d'analyse a permis de définir les besoins fonctionnels et non fonctionnels de l'application </a:t>
            </a:r>
            <a:r>
              <a:rPr lang="fr-FR" sz="1400" b="1" i="0" dirty="0">
                <a:solidFill>
                  <a:srgbClr val="2C3E50"/>
                </a:solidFill>
                <a:effectLst/>
                <a:latin typeface="Arial" panose="020B0604020202020204" pitchFamily="34" charset="0"/>
              </a:rPr>
              <a:t>RAM Dumper</a:t>
            </a:r>
            <a:r>
              <a:rPr lang="fr-FR" sz="1400" b="0" i="0" dirty="0">
                <a:solidFill>
                  <a:srgbClr val="2C3E50"/>
                </a:solidFill>
                <a:effectLst/>
                <a:latin typeface="Arial" panose="020B0604020202020204" pitchFamily="34" charset="0"/>
              </a:rPr>
              <a:t>, ainsi que les contraintes techniques et sécuritaires liées à l'extraction contrôlée de la mémoire vive sous NetBSD.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14775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72">
      <a:dk1>
        <a:srgbClr val="000000"/>
      </a:dk1>
      <a:lt1>
        <a:srgbClr val="FFFFFF"/>
      </a:lt1>
      <a:dk2>
        <a:srgbClr val="3554AF"/>
      </a:dk2>
      <a:lt2>
        <a:srgbClr val="E7E6E6"/>
      </a:lt2>
      <a:accent1>
        <a:srgbClr val="FFA101"/>
      </a:accent1>
      <a:accent2>
        <a:srgbClr val="FE4728"/>
      </a:accent2>
      <a:accent3>
        <a:srgbClr val="01AFEC"/>
      </a:accent3>
      <a:accent4>
        <a:srgbClr val="00CEE4"/>
      </a:accent4>
      <a:accent5>
        <a:srgbClr val="F80093"/>
      </a:accent5>
      <a:accent6>
        <a:srgbClr val="C21296"/>
      </a:accent6>
      <a:hlink>
        <a:srgbClr val="0563C1"/>
      </a:hlink>
      <a:folHlink>
        <a:srgbClr val="954F72"/>
      </a:folHlink>
    </a:clrScheme>
    <a:fontScheme name="Custom 72">
      <a:majorFont>
        <a:latin typeface="Source Sans 3"/>
        <a:ea typeface=""/>
        <a:cs typeface=""/>
      </a:majorFont>
      <a:minorFont>
        <a:latin typeface="Source Sans 3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15802</TotalTime>
  <Words>1265</Words>
  <Application>Microsoft Office PowerPoint</Application>
  <PresentationFormat>Grand écran</PresentationFormat>
  <Paragraphs>242</Paragraphs>
  <Slides>10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22" baseType="lpstr">
      <vt:lpstr>Arial</vt:lpstr>
      <vt:lpstr>Arial MT</vt:lpstr>
      <vt:lpstr>Bricolage Grotesque 14pt</vt:lpstr>
      <vt:lpstr>Calibri</vt:lpstr>
      <vt:lpstr>Calibri Light</vt:lpstr>
      <vt:lpstr>Courier New</vt:lpstr>
      <vt:lpstr>Segoe UI</vt:lpstr>
      <vt:lpstr>Source Sans 3</vt:lpstr>
      <vt:lpstr>Source Sans Pro</vt:lpstr>
      <vt:lpstr>Times New Roman</vt:lpstr>
      <vt:lpstr>Wingdings</vt:lpstr>
      <vt:lpstr>Office Theme</vt:lpstr>
      <vt:lpstr>Conception et développement de RAM Dumper, outil d’extraction contrôlée du contenu de la mémoire vive sous NetBSD</vt:lpstr>
      <vt:lpstr>CAHIER D’ANALYSE ET DE SPECIFICATIONS DE RAM DUMPER SOUS NEBSD </vt:lpstr>
      <vt:lpstr>Introduction</vt:lpstr>
      <vt:lpstr>2. Contexte et Perimetre</vt:lpstr>
      <vt:lpstr>3. Exigences Fonctionnelles</vt:lpstr>
      <vt:lpstr>3. Exigences Non Fonctionnelles</vt:lpstr>
      <vt:lpstr>4. Diagrammes – Cas Utilisations –DESCRIPTIONS TEXTUELLES  </vt:lpstr>
      <vt:lpstr>4. Diagrammes – Cas Utilisations –DESCRIPTIONS TEXTUELLES </vt:lpstr>
      <vt:lpstr>4. Diagrammes – Cas Utilisations </vt:lpstr>
      <vt:lpstr>Conclusion du Cahier d'Analyse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Yasin Arafat</dc:creator>
  <cp:lastModifiedBy>NJOUNANG, TEMGOUA</cp:lastModifiedBy>
  <cp:revision>421</cp:revision>
  <dcterms:created xsi:type="dcterms:W3CDTF">2024-05-23T06:52:39Z</dcterms:created>
  <dcterms:modified xsi:type="dcterms:W3CDTF">2026-01-23T18:08:42Z</dcterms:modified>
</cp:coreProperties>
</file>